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8883A3-CDF2-415F-9E0A-ACB9936E7BB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533D8B-0F3B-417F-93EF-9F01EA665AB0}">
      <dgm:prSet/>
      <dgm:spPr/>
      <dgm:t>
        <a:bodyPr/>
        <a:lstStyle/>
        <a:p>
          <a:r>
            <a:rPr lang="en-US"/>
            <a:t>A way of organizing and structuring data so a computer can store and retrieve it.</a:t>
          </a:r>
        </a:p>
      </dgm:t>
    </dgm:pt>
    <dgm:pt modelId="{C4FBF08F-9DF5-4555-BF99-85E17ABD4D62}" type="parTrans" cxnId="{5653BFC2-0062-4F8C-B035-A320319214BF}">
      <dgm:prSet/>
      <dgm:spPr/>
      <dgm:t>
        <a:bodyPr/>
        <a:lstStyle/>
        <a:p>
          <a:endParaRPr lang="en-US"/>
        </a:p>
      </dgm:t>
    </dgm:pt>
    <dgm:pt modelId="{87B9F6B9-69DC-4CE1-9AF6-BA14895CEE99}" type="sibTrans" cxnId="{5653BFC2-0062-4F8C-B035-A320319214B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E0DE56C-9E41-47A6-A158-0716FF61DB45}">
      <dgm:prSet/>
      <dgm:spPr/>
      <dgm:t>
        <a:bodyPr/>
        <a:lstStyle/>
        <a:p>
          <a:r>
            <a:rPr lang="en-US"/>
            <a:t>The hierarchical model is one of the earliest (used in IBM’s IMS system, 1960s–70s).</a:t>
          </a:r>
        </a:p>
      </dgm:t>
    </dgm:pt>
    <dgm:pt modelId="{A08FFC37-BE77-4E43-9959-A6843A2FC145}" type="parTrans" cxnId="{22119A4E-C809-4E47-8383-2B9DA5552A6B}">
      <dgm:prSet/>
      <dgm:spPr/>
      <dgm:t>
        <a:bodyPr/>
        <a:lstStyle/>
        <a:p>
          <a:endParaRPr lang="en-US"/>
        </a:p>
      </dgm:t>
    </dgm:pt>
    <dgm:pt modelId="{3675CA34-38A6-46A4-852D-BF3BE106CD03}" type="sibTrans" cxnId="{22119A4E-C809-4E47-8383-2B9DA5552A6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B37BE3F-C077-4122-A5E8-1CFF838CE40B}" type="pres">
      <dgm:prSet presAssocID="{148883A3-CDF2-415F-9E0A-ACB9936E7BBF}" presName="Name0" presStyleCnt="0">
        <dgm:presLayoutVars>
          <dgm:animLvl val="lvl"/>
          <dgm:resizeHandles val="exact"/>
        </dgm:presLayoutVars>
      </dgm:prSet>
      <dgm:spPr/>
    </dgm:pt>
    <dgm:pt modelId="{E59EA36E-83DE-451F-816D-5603A0B5A844}" type="pres">
      <dgm:prSet presAssocID="{BC533D8B-0F3B-417F-93EF-9F01EA665AB0}" presName="compositeNode" presStyleCnt="0">
        <dgm:presLayoutVars>
          <dgm:bulletEnabled val="1"/>
        </dgm:presLayoutVars>
      </dgm:prSet>
      <dgm:spPr/>
    </dgm:pt>
    <dgm:pt modelId="{CB848AA1-3245-4CC9-B750-2BD49ED5DA4F}" type="pres">
      <dgm:prSet presAssocID="{BC533D8B-0F3B-417F-93EF-9F01EA665AB0}" presName="bgRect" presStyleLbl="bgAccFollowNode1" presStyleIdx="0" presStyleCnt="2"/>
      <dgm:spPr/>
    </dgm:pt>
    <dgm:pt modelId="{22285FAD-50BE-4618-AB71-4AF1DB6A16D4}" type="pres">
      <dgm:prSet presAssocID="{87B9F6B9-69DC-4CE1-9AF6-BA14895CEE99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9FFD2C37-19F3-4485-9B47-807C920C73C0}" type="pres">
      <dgm:prSet presAssocID="{BC533D8B-0F3B-417F-93EF-9F01EA665AB0}" presName="bottomLine" presStyleLbl="alignNode1" presStyleIdx="1" presStyleCnt="4">
        <dgm:presLayoutVars/>
      </dgm:prSet>
      <dgm:spPr/>
    </dgm:pt>
    <dgm:pt modelId="{2E6DB3DE-7770-4FC7-8E06-A0FE4F070CCB}" type="pres">
      <dgm:prSet presAssocID="{BC533D8B-0F3B-417F-93EF-9F01EA665AB0}" presName="nodeText" presStyleLbl="bgAccFollowNode1" presStyleIdx="0" presStyleCnt="2">
        <dgm:presLayoutVars>
          <dgm:bulletEnabled val="1"/>
        </dgm:presLayoutVars>
      </dgm:prSet>
      <dgm:spPr/>
    </dgm:pt>
    <dgm:pt modelId="{3FAB7816-093D-410C-9252-36B85CEB5795}" type="pres">
      <dgm:prSet presAssocID="{87B9F6B9-69DC-4CE1-9AF6-BA14895CEE99}" presName="sibTrans" presStyleCnt="0"/>
      <dgm:spPr/>
    </dgm:pt>
    <dgm:pt modelId="{8B10AE92-72E9-4D4F-95FE-A094DA57BD6A}" type="pres">
      <dgm:prSet presAssocID="{CE0DE56C-9E41-47A6-A158-0716FF61DB45}" presName="compositeNode" presStyleCnt="0">
        <dgm:presLayoutVars>
          <dgm:bulletEnabled val="1"/>
        </dgm:presLayoutVars>
      </dgm:prSet>
      <dgm:spPr/>
    </dgm:pt>
    <dgm:pt modelId="{2738EC21-84B8-48AE-BD45-A78DE89791D2}" type="pres">
      <dgm:prSet presAssocID="{CE0DE56C-9E41-47A6-A158-0716FF61DB45}" presName="bgRect" presStyleLbl="bgAccFollowNode1" presStyleIdx="1" presStyleCnt="2"/>
      <dgm:spPr/>
    </dgm:pt>
    <dgm:pt modelId="{D6404EFF-62C7-430E-8991-08D9171073D6}" type="pres">
      <dgm:prSet presAssocID="{3675CA34-38A6-46A4-852D-BF3BE106CD03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F3C9932A-FBB7-4631-8FE9-0AA1A3389EFB}" type="pres">
      <dgm:prSet presAssocID="{CE0DE56C-9E41-47A6-A158-0716FF61DB45}" presName="bottomLine" presStyleLbl="alignNode1" presStyleIdx="3" presStyleCnt="4">
        <dgm:presLayoutVars/>
      </dgm:prSet>
      <dgm:spPr/>
    </dgm:pt>
    <dgm:pt modelId="{B843C43B-D69C-4EB6-8FA1-07E91AB67596}" type="pres">
      <dgm:prSet presAssocID="{CE0DE56C-9E41-47A6-A158-0716FF61DB45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22119A4E-C809-4E47-8383-2B9DA5552A6B}" srcId="{148883A3-CDF2-415F-9E0A-ACB9936E7BBF}" destId="{CE0DE56C-9E41-47A6-A158-0716FF61DB45}" srcOrd="1" destOrd="0" parTransId="{A08FFC37-BE77-4E43-9959-A6843A2FC145}" sibTransId="{3675CA34-38A6-46A4-852D-BF3BE106CD03}"/>
    <dgm:cxn modelId="{D0E52C52-3763-4842-A3C4-D726F064CE1D}" type="presOf" srcId="{CE0DE56C-9E41-47A6-A158-0716FF61DB45}" destId="{2738EC21-84B8-48AE-BD45-A78DE89791D2}" srcOrd="0" destOrd="0" presId="urn:microsoft.com/office/officeart/2016/7/layout/BasicLinearProcessNumbered"/>
    <dgm:cxn modelId="{5CC5A277-7506-410D-B802-99954FB8FB84}" type="presOf" srcId="{CE0DE56C-9E41-47A6-A158-0716FF61DB45}" destId="{B843C43B-D69C-4EB6-8FA1-07E91AB67596}" srcOrd="1" destOrd="0" presId="urn:microsoft.com/office/officeart/2016/7/layout/BasicLinearProcessNumbered"/>
    <dgm:cxn modelId="{06842D84-4F72-4AD5-A147-EC7590E754E4}" type="presOf" srcId="{BC533D8B-0F3B-417F-93EF-9F01EA665AB0}" destId="{CB848AA1-3245-4CC9-B750-2BD49ED5DA4F}" srcOrd="0" destOrd="0" presId="urn:microsoft.com/office/officeart/2016/7/layout/BasicLinearProcessNumbered"/>
    <dgm:cxn modelId="{755838A9-7CC5-4A54-AAC1-BDB29705AEFE}" type="presOf" srcId="{148883A3-CDF2-415F-9E0A-ACB9936E7BBF}" destId="{0B37BE3F-C077-4122-A5E8-1CFF838CE40B}" srcOrd="0" destOrd="0" presId="urn:microsoft.com/office/officeart/2016/7/layout/BasicLinearProcessNumbered"/>
    <dgm:cxn modelId="{102548C1-1583-4EB0-9A70-CD188235F406}" type="presOf" srcId="{3675CA34-38A6-46A4-852D-BF3BE106CD03}" destId="{D6404EFF-62C7-430E-8991-08D9171073D6}" srcOrd="0" destOrd="0" presId="urn:microsoft.com/office/officeart/2016/7/layout/BasicLinearProcessNumbered"/>
    <dgm:cxn modelId="{5653BFC2-0062-4F8C-B035-A320319214BF}" srcId="{148883A3-CDF2-415F-9E0A-ACB9936E7BBF}" destId="{BC533D8B-0F3B-417F-93EF-9F01EA665AB0}" srcOrd="0" destOrd="0" parTransId="{C4FBF08F-9DF5-4555-BF99-85E17ABD4D62}" sibTransId="{87B9F6B9-69DC-4CE1-9AF6-BA14895CEE99}"/>
    <dgm:cxn modelId="{D3EA8EC7-F559-4D99-8E58-F140785477FE}" type="presOf" srcId="{BC533D8B-0F3B-417F-93EF-9F01EA665AB0}" destId="{2E6DB3DE-7770-4FC7-8E06-A0FE4F070CCB}" srcOrd="1" destOrd="0" presId="urn:microsoft.com/office/officeart/2016/7/layout/BasicLinearProcessNumbered"/>
    <dgm:cxn modelId="{94BB13FF-5DED-41E1-B7C2-5A536CFC7D47}" type="presOf" srcId="{87B9F6B9-69DC-4CE1-9AF6-BA14895CEE99}" destId="{22285FAD-50BE-4618-AB71-4AF1DB6A16D4}" srcOrd="0" destOrd="0" presId="urn:microsoft.com/office/officeart/2016/7/layout/BasicLinearProcessNumbered"/>
    <dgm:cxn modelId="{3AB7E853-F2CB-4DE4-821D-EBC696ABE5C8}" type="presParOf" srcId="{0B37BE3F-C077-4122-A5E8-1CFF838CE40B}" destId="{E59EA36E-83DE-451F-816D-5603A0B5A844}" srcOrd="0" destOrd="0" presId="urn:microsoft.com/office/officeart/2016/7/layout/BasicLinearProcessNumbered"/>
    <dgm:cxn modelId="{945130C4-AA8A-460B-80FC-8B234E2EF482}" type="presParOf" srcId="{E59EA36E-83DE-451F-816D-5603A0B5A844}" destId="{CB848AA1-3245-4CC9-B750-2BD49ED5DA4F}" srcOrd="0" destOrd="0" presId="urn:microsoft.com/office/officeart/2016/7/layout/BasicLinearProcessNumbered"/>
    <dgm:cxn modelId="{2735DCC7-2BCA-4182-B8B6-935288F74258}" type="presParOf" srcId="{E59EA36E-83DE-451F-816D-5603A0B5A844}" destId="{22285FAD-50BE-4618-AB71-4AF1DB6A16D4}" srcOrd="1" destOrd="0" presId="urn:microsoft.com/office/officeart/2016/7/layout/BasicLinearProcessNumbered"/>
    <dgm:cxn modelId="{6F6B84BA-FE29-4970-B9C6-349FB01DE2D6}" type="presParOf" srcId="{E59EA36E-83DE-451F-816D-5603A0B5A844}" destId="{9FFD2C37-19F3-4485-9B47-807C920C73C0}" srcOrd="2" destOrd="0" presId="urn:microsoft.com/office/officeart/2016/7/layout/BasicLinearProcessNumbered"/>
    <dgm:cxn modelId="{0D5EA22A-6178-431F-B270-E42F1C64F064}" type="presParOf" srcId="{E59EA36E-83DE-451F-816D-5603A0B5A844}" destId="{2E6DB3DE-7770-4FC7-8E06-A0FE4F070CCB}" srcOrd="3" destOrd="0" presId="urn:microsoft.com/office/officeart/2016/7/layout/BasicLinearProcessNumbered"/>
    <dgm:cxn modelId="{DAFFA6D2-AED2-4AB2-9C6C-366539068B0D}" type="presParOf" srcId="{0B37BE3F-C077-4122-A5E8-1CFF838CE40B}" destId="{3FAB7816-093D-410C-9252-36B85CEB5795}" srcOrd="1" destOrd="0" presId="urn:microsoft.com/office/officeart/2016/7/layout/BasicLinearProcessNumbered"/>
    <dgm:cxn modelId="{3160341C-F3C5-48F7-A1BF-C57A8F51B77E}" type="presParOf" srcId="{0B37BE3F-C077-4122-A5E8-1CFF838CE40B}" destId="{8B10AE92-72E9-4D4F-95FE-A094DA57BD6A}" srcOrd="2" destOrd="0" presId="urn:microsoft.com/office/officeart/2016/7/layout/BasicLinearProcessNumbered"/>
    <dgm:cxn modelId="{39DAF85F-1754-4085-A289-8E9EF68951DD}" type="presParOf" srcId="{8B10AE92-72E9-4D4F-95FE-A094DA57BD6A}" destId="{2738EC21-84B8-48AE-BD45-A78DE89791D2}" srcOrd="0" destOrd="0" presId="urn:microsoft.com/office/officeart/2016/7/layout/BasicLinearProcessNumbered"/>
    <dgm:cxn modelId="{B69C87AD-3386-4835-A147-D3A93031B02C}" type="presParOf" srcId="{8B10AE92-72E9-4D4F-95FE-A094DA57BD6A}" destId="{D6404EFF-62C7-430E-8991-08D9171073D6}" srcOrd="1" destOrd="0" presId="urn:microsoft.com/office/officeart/2016/7/layout/BasicLinearProcessNumbered"/>
    <dgm:cxn modelId="{22318A79-4F36-4FC0-8421-122B749D80D4}" type="presParOf" srcId="{8B10AE92-72E9-4D4F-95FE-A094DA57BD6A}" destId="{F3C9932A-FBB7-4631-8FE9-0AA1A3389EFB}" srcOrd="2" destOrd="0" presId="urn:microsoft.com/office/officeart/2016/7/layout/BasicLinearProcessNumbered"/>
    <dgm:cxn modelId="{17B17FC7-0686-4E6D-8A61-F1E1D89DC74A}" type="presParOf" srcId="{8B10AE92-72E9-4D4F-95FE-A094DA57BD6A}" destId="{B843C43B-D69C-4EB6-8FA1-07E91AB6759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C8B878-EB79-4BD6-8A15-A5BADD4D78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C23775-B601-4939-B558-DB4FEF431D05}">
      <dgm:prSet/>
      <dgm:spPr/>
      <dgm:t>
        <a:bodyPr/>
        <a:lstStyle/>
        <a:p>
          <a:r>
            <a:rPr lang="en-US"/>
            <a:t>Data is organized like an upside-down tree.</a:t>
          </a:r>
        </a:p>
      </dgm:t>
    </dgm:pt>
    <dgm:pt modelId="{94C10269-39F9-40A9-A565-A0444A01E4FA}" type="parTrans" cxnId="{BCEEF63F-FBB0-4611-A34E-DC478F6663B6}">
      <dgm:prSet/>
      <dgm:spPr/>
      <dgm:t>
        <a:bodyPr/>
        <a:lstStyle/>
        <a:p>
          <a:endParaRPr lang="en-US"/>
        </a:p>
      </dgm:t>
    </dgm:pt>
    <dgm:pt modelId="{84B0FC9C-3858-4ACA-90DC-CB1BE822C1B8}" type="sibTrans" cxnId="{BCEEF63F-FBB0-4611-A34E-DC478F6663B6}">
      <dgm:prSet/>
      <dgm:spPr/>
      <dgm:t>
        <a:bodyPr/>
        <a:lstStyle/>
        <a:p>
          <a:endParaRPr lang="en-US"/>
        </a:p>
      </dgm:t>
    </dgm:pt>
    <dgm:pt modelId="{D756AB26-7A64-40D1-B40A-95D2D0277608}">
      <dgm:prSet/>
      <dgm:spPr/>
      <dgm:t>
        <a:bodyPr/>
        <a:lstStyle/>
        <a:p>
          <a:r>
            <a:rPr lang="en-US"/>
            <a:t>One “root” record at the top, with “child” records branching below it.</a:t>
          </a:r>
        </a:p>
      </dgm:t>
    </dgm:pt>
    <dgm:pt modelId="{DA45EE46-2559-4D7F-8708-A1C79DF0B69F}" type="parTrans" cxnId="{6456596E-4AA5-4EF7-8751-19A74B951A7D}">
      <dgm:prSet/>
      <dgm:spPr/>
      <dgm:t>
        <a:bodyPr/>
        <a:lstStyle/>
        <a:p>
          <a:endParaRPr lang="en-US"/>
        </a:p>
      </dgm:t>
    </dgm:pt>
    <dgm:pt modelId="{9646E884-EFED-4463-B646-430883C5BE7B}" type="sibTrans" cxnId="{6456596E-4AA5-4EF7-8751-19A74B951A7D}">
      <dgm:prSet/>
      <dgm:spPr/>
      <dgm:t>
        <a:bodyPr/>
        <a:lstStyle/>
        <a:p>
          <a:endParaRPr lang="en-US"/>
        </a:p>
      </dgm:t>
    </dgm:pt>
    <dgm:pt modelId="{E4CB3042-5EC7-4513-897D-D098899FCD09}">
      <dgm:prSet/>
      <dgm:spPr/>
      <dgm:t>
        <a:bodyPr/>
        <a:lstStyle/>
        <a:p>
          <a:r>
            <a:rPr lang="en-US"/>
            <a:t>Analogy: a company org chart, or folders and subfolders on your computer.</a:t>
          </a:r>
        </a:p>
      </dgm:t>
    </dgm:pt>
    <dgm:pt modelId="{88642CBC-6176-4088-97FE-A17609300256}" type="parTrans" cxnId="{CD17FC6E-41D0-4EAD-A8AF-C6D2A31B4C92}">
      <dgm:prSet/>
      <dgm:spPr/>
      <dgm:t>
        <a:bodyPr/>
        <a:lstStyle/>
        <a:p>
          <a:endParaRPr lang="en-US"/>
        </a:p>
      </dgm:t>
    </dgm:pt>
    <dgm:pt modelId="{D71BA90A-3DE5-4113-9218-9C762D4AF4A1}" type="sibTrans" cxnId="{CD17FC6E-41D0-4EAD-A8AF-C6D2A31B4C92}">
      <dgm:prSet/>
      <dgm:spPr/>
      <dgm:t>
        <a:bodyPr/>
        <a:lstStyle/>
        <a:p>
          <a:endParaRPr lang="en-US"/>
        </a:p>
      </dgm:t>
    </dgm:pt>
    <dgm:pt modelId="{A756496A-E508-43EB-A0FB-2C4C3D08DF6B}" type="pres">
      <dgm:prSet presAssocID="{0FC8B878-EB79-4BD6-8A15-A5BADD4D7887}" presName="linear" presStyleCnt="0">
        <dgm:presLayoutVars>
          <dgm:animLvl val="lvl"/>
          <dgm:resizeHandles val="exact"/>
        </dgm:presLayoutVars>
      </dgm:prSet>
      <dgm:spPr/>
    </dgm:pt>
    <dgm:pt modelId="{413D10BF-8655-4A31-B9C4-AD2BDE9495E3}" type="pres">
      <dgm:prSet presAssocID="{1AC23775-B601-4939-B558-DB4FEF431D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8152DD-6CBA-4582-8774-91F33F0E1204}" type="pres">
      <dgm:prSet presAssocID="{84B0FC9C-3858-4ACA-90DC-CB1BE822C1B8}" presName="spacer" presStyleCnt="0"/>
      <dgm:spPr/>
    </dgm:pt>
    <dgm:pt modelId="{AD7D9B1E-C81F-4C77-B338-D8ADE050AFB3}" type="pres">
      <dgm:prSet presAssocID="{D756AB26-7A64-40D1-B40A-95D2D02776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EB4E95-822F-4566-9D37-86322096F42E}" type="pres">
      <dgm:prSet presAssocID="{9646E884-EFED-4463-B646-430883C5BE7B}" presName="spacer" presStyleCnt="0"/>
      <dgm:spPr/>
    </dgm:pt>
    <dgm:pt modelId="{5375375B-D4CF-4140-8210-4D6B5F29F242}" type="pres">
      <dgm:prSet presAssocID="{E4CB3042-5EC7-4513-897D-D098899FCD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F9CA110-097B-490D-AC7D-E6D2D8D7E5DE}" type="presOf" srcId="{0FC8B878-EB79-4BD6-8A15-A5BADD4D7887}" destId="{A756496A-E508-43EB-A0FB-2C4C3D08DF6B}" srcOrd="0" destOrd="0" presId="urn:microsoft.com/office/officeart/2005/8/layout/vList2"/>
    <dgm:cxn modelId="{A49D2636-0ADD-46D9-8C8F-A19B9FE856CD}" type="presOf" srcId="{1AC23775-B601-4939-B558-DB4FEF431D05}" destId="{413D10BF-8655-4A31-B9C4-AD2BDE9495E3}" srcOrd="0" destOrd="0" presId="urn:microsoft.com/office/officeart/2005/8/layout/vList2"/>
    <dgm:cxn modelId="{81B8203A-24B8-4E65-B101-3FAED2A9139D}" type="presOf" srcId="{D756AB26-7A64-40D1-B40A-95D2D0277608}" destId="{AD7D9B1E-C81F-4C77-B338-D8ADE050AFB3}" srcOrd="0" destOrd="0" presId="urn:microsoft.com/office/officeart/2005/8/layout/vList2"/>
    <dgm:cxn modelId="{BCEEF63F-FBB0-4611-A34E-DC478F6663B6}" srcId="{0FC8B878-EB79-4BD6-8A15-A5BADD4D7887}" destId="{1AC23775-B601-4939-B558-DB4FEF431D05}" srcOrd="0" destOrd="0" parTransId="{94C10269-39F9-40A9-A565-A0444A01E4FA}" sibTransId="{84B0FC9C-3858-4ACA-90DC-CB1BE822C1B8}"/>
    <dgm:cxn modelId="{6456596E-4AA5-4EF7-8751-19A74B951A7D}" srcId="{0FC8B878-EB79-4BD6-8A15-A5BADD4D7887}" destId="{D756AB26-7A64-40D1-B40A-95D2D0277608}" srcOrd="1" destOrd="0" parTransId="{DA45EE46-2559-4D7F-8708-A1C79DF0B69F}" sibTransId="{9646E884-EFED-4463-B646-430883C5BE7B}"/>
    <dgm:cxn modelId="{CD17FC6E-41D0-4EAD-A8AF-C6D2A31B4C92}" srcId="{0FC8B878-EB79-4BD6-8A15-A5BADD4D7887}" destId="{E4CB3042-5EC7-4513-897D-D098899FCD09}" srcOrd="2" destOrd="0" parTransId="{88642CBC-6176-4088-97FE-A17609300256}" sibTransId="{D71BA90A-3DE5-4113-9218-9C762D4AF4A1}"/>
    <dgm:cxn modelId="{7E63B770-502B-49D0-98FA-7AEE883BDB4F}" type="presOf" srcId="{E4CB3042-5EC7-4513-897D-D098899FCD09}" destId="{5375375B-D4CF-4140-8210-4D6B5F29F242}" srcOrd="0" destOrd="0" presId="urn:microsoft.com/office/officeart/2005/8/layout/vList2"/>
    <dgm:cxn modelId="{850C52BD-DE60-4A03-A78A-D3093FF59452}" type="presParOf" srcId="{A756496A-E508-43EB-A0FB-2C4C3D08DF6B}" destId="{413D10BF-8655-4A31-B9C4-AD2BDE9495E3}" srcOrd="0" destOrd="0" presId="urn:microsoft.com/office/officeart/2005/8/layout/vList2"/>
    <dgm:cxn modelId="{09117747-C5CD-430D-9325-DEE2A0574A50}" type="presParOf" srcId="{A756496A-E508-43EB-A0FB-2C4C3D08DF6B}" destId="{EB8152DD-6CBA-4582-8774-91F33F0E1204}" srcOrd="1" destOrd="0" presId="urn:microsoft.com/office/officeart/2005/8/layout/vList2"/>
    <dgm:cxn modelId="{0A07A6AE-D9A1-4073-9BDF-340B8016A79C}" type="presParOf" srcId="{A756496A-E508-43EB-A0FB-2C4C3D08DF6B}" destId="{AD7D9B1E-C81F-4C77-B338-D8ADE050AFB3}" srcOrd="2" destOrd="0" presId="urn:microsoft.com/office/officeart/2005/8/layout/vList2"/>
    <dgm:cxn modelId="{9146E44F-8C6F-4F91-878F-BFA0B33AD2AC}" type="presParOf" srcId="{A756496A-E508-43EB-A0FB-2C4C3D08DF6B}" destId="{12EB4E95-822F-4566-9D37-86322096F42E}" srcOrd="3" destOrd="0" presId="urn:microsoft.com/office/officeart/2005/8/layout/vList2"/>
    <dgm:cxn modelId="{6C1EF846-DE7F-4AD9-AD54-33E91713D623}" type="presParOf" srcId="{A756496A-E508-43EB-A0FB-2C4C3D08DF6B}" destId="{5375375B-D4CF-4140-8210-4D6B5F29F2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20092C-D41A-4878-A8E0-D1123D1343A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127CE6-5A58-4195-98B1-BF7FC854C593}">
      <dgm:prSet/>
      <dgm:spPr/>
      <dgm:t>
        <a:bodyPr/>
        <a:lstStyle/>
        <a:p>
          <a:r>
            <a:rPr lang="en-US"/>
            <a:t>Every child record has exactly </a:t>
          </a:r>
          <a:r>
            <a:rPr lang="en-US" b="1"/>
            <a:t>one</a:t>
          </a:r>
          <a:r>
            <a:rPr lang="en-US"/>
            <a:t> parent.</a:t>
          </a:r>
        </a:p>
      </dgm:t>
    </dgm:pt>
    <dgm:pt modelId="{86AF9B0C-CD38-4AA6-AD51-59832FE5C843}" type="parTrans" cxnId="{75BF074E-2C83-4705-870F-3971E3BAE0C6}">
      <dgm:prSet/>
      <dgm:spPr/>
      <dgm:t>
        <a:bodyPr/>
        <a:lstStyle/>
        <a:p>
          <a:endParaRPr lang="en-US"/>
        </a:p>
      </dgm:t>
    </dgm:pt>
    <dgm:pt modelId="{89CDAD35-7FE8-4FB5-82B5-904049CC6CCE}" type="sibTrans" cxnId="{75BF074E-2C83-4705-870F-3971E3BAE0C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06586FC-0E64-4FD6-8F4D-C25A95A77B9F}">
      <dgm:prSet/>
      <dgm:spPr/>
      <dgm:t>
        <a:bodyPr/>
        <a:lstStyle/>
        <a:p>
          <a:r>
            <a:rPr lang="en-US"/>
            <a:t>A parent can have </a:t>
          </a:r>
          <a:r>
            <a:rPr lang="en-US" b="1"/>
            <a:t>many</a:t>
          </a:r>
          <a:r>
            <a:rPr lang="en-US"/>
            <a:t> children (this is called a “one-to-many” relationship).</a:t>
          </a:r>
        </a:p>
      </dgm:t>
    </dgm:pt>
    <dgm:pt modelId="{62E66030-75D5-4097-8F15-4B176DDE96DF}" type="parTrans" cxnId="{DD1DE8E1-C857-4C91-9D24-7E95FB853BFF}">
      <dgm:prSet/>
      <dgm:spPr/>
      <dgm:t>
        <a:bodyPr/>
        <a:lstStyle/>
        <a:p>
          <a:endParaRPr lang="en-US"/>
        </a:p>
      </dgm:t>
    </dgm:pt>
    <dgm:pt modelId="{04D93A76-74A8-48FA-A2C7-99462D579378}" type="sibTrans" cxnId="{DD1DE8E1-C857-4C91-9D24-7E95FB853BF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EF488AD-1B11-4E71-9657-48D97EF4CE10}">
      <dgm:prSet/>
      <dgm:spPr/>
      <dgm:t>
        <a:bodyPr/>
        <a:lstStyle/>
        <a:p>
          <a:r>
            <a:rPr lang="en-US"/>
            <a:t>No child can have two parents — that’s the defining restriction.</a:t>
          </a:r>
        </a:p>
      </dgm:t>
    </dgm:pt>
    <dgm:pt modelId="{0D42E7BA-BE70-456F-A36F-1E312D6EE918}" type="parTrans" cxnId="{E97EF3A9-A67C-4BFC-8CD4-7317D9EC8449}">
      <dgm:prSet/>
      <dgm:spPr/>
      <dgm:t>
        <a:bodyPr/>
        <a:lstStyle/>
        <a:p>
          <a:endParaRPr lang="en-US"/>
        </a:p>
      </dgm:t>
    </dgm:pt>
    <dgm:pt modelId="{8C451E7F-1F67-48A9-BC6C-E59390249F8E}" type="sibTrans" cxnId="{E97EF3A9-A67C-4BFC-8CD4-7317D9EC844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44EA1DA-CEA2-4977-B692-C8D7DAC8841C}" type="pres">
      <dgm:prSet presAssocID="{7F20092C-D41A-4878-A8E0-D1123D1343A4}" presName="Name0" presStyleCnt="0">
        <dgm:presLayoutVars>
          <dgm:animLvl val="lvl"/>
          <dgm:resizeHandles val="exact"/>
        </dgm:presLayoutVars>
      </dgm:prSet>
      <dgm:spPr/>
    </dgm:pt>
    <dgm:pt modelId="{AE6326D5-6B6F-443D-A487-F71227D319F8}" type="pres">
      <dgm:prSet presAssocID="{31127CE6-5A58-4195-98B1-BF7FC854C593}" presName="compositeNode" presStyleCnt="0">
        <dgm:presLayoutVars>
          <dgm:bulletEnabled val="1"/>
        </dgm:presLayoutVars>
      </dgm:prSet>
      <dgm:spPr/>
    </dgm:pt>
    <dgm:pt modelId="{DB98D15D-1D4D-4CC2-898D-909AC710D4E2}" type="pres">
      <dgm:prSet presAssocID="{31127CE6-5A58-4195-98B1-BF7FC854C593}" presName="bgRect" presStyleLbl="alignNode1" presStyleIdx="0" presStyleCnt="3"/>
      <dgm:spPr/>
    </dgm:pt>
    <dgm:pt modelId="{3563C799-1153-47AD-AC77-5C42EC40E324}" type="pres">
      <dgm:prSet presAssocID="{89CDAD35-7FE8-4FB5-82B5-904049CC6CCE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0CBB72B-14AC-4020-B23D-59019EE1545D}" type="pres">
      <dgm:prSet presAssocID="{31127CE6-5A58-4195-98B1-BF7FC854C593}" presName="nodeRect" presStyleLbl="alignNode1" presStyleIdx="0" presStyleCnt="3">
        <dgm:presLayoutVars>
          <dgm:bulletEnabled val="1"/>
        </dgm:presLayoutVars>
      </dgm:prSet>
      <dgm:spPr/>
    </dgm:pt>
    <dgm:pt modelId="{A5F67BF5-6FD2-40E3-843A-4FB01AC5C97E}" type="pres">
      <dgm:prSet presAssocID="{89CDAD35-7FE8-4FB5-82B5-904049CC6CCE}" presName="sibTrans" presStyleCnt="0"/>
      <dgm:spPr/>
    </dgm:pt>
    <dgm:pt modelId="{BD979290-3508-49C4-BE80-C5DC265ECCE6}" type="pres">
      <dgm:prSet presAssocID="{E06586FC-0E64-4FD6-8F4D-C25A95A77B9F}" presName="compositeNode" presStyleCnt="0">
        <dgm:presLayoutVars>
          <dgm:bulletEnabled val="1"/>
        </dgm:presLayoutVars>
      </dgm:prSet>
      <dgm:spPr/>
    </dgm:pt>
    <dgm:pt modelId="{E4155CD8-C354-499A-B107-63AAE52BA810}" type="pres">
      <dgm:prSet presAssocID="{E06586FC-0E64-4FD6-8F4D-C25A95A77B9F}" presName="bgRect" presStyleLbl="alignNode1" presStyleIdx="1" presStyleCnt="3"/>
      <dgm:spPr/>
    </dgm:pt>
    <dgm:pt modelId="{B77123F1-4472-4075-B6CA-B6D1074DF096}" type="pres">
      <dgm:prSet presAssocID="{04D93A76-74A8-48FA-A2C7-99462D579378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EAD29C5-9B60-452C-9385-EA09BE05F452}" type="pres">
      <dgm:prSet presAssocID="{E06586FC-0E64-4FD6-8F4D-C25A95A77B9F}" presName="nodeRect" presStyleLbl="alignNode1" presStyleIdx="1" presStyleCnt="3">
        <dgm:presLayoutVars>
          <dgm:bulletEnabled val="1"/>
        </dgm:presLayoutVars>
      </dgm:prSet>
      <dgm:spPr/>
    </dgm:pt>
    <dgm:pt modelId="{4C37BE77-2CE1-47CF-B97E-9F24B7B4AA6A}" type="pres">
      <dgm:prSet presAssocID="{04D93A76-74A8-48FA-A2C7-99462D579378}" presName="sibTrans" presStyleCnt="0"/>
      <dgm:spPr/>
    </dgm:pt>
    <dgm:pt modelId="{D77321AC-5C5A-4062-ABFC-B9B1821D72CA}" type="pres">
      <dgm:prSet presAssocID="{DEF488AD-1B11-4E71-9657-48D97EF4CE10}" presName="compositeNode" presStyleCnt="0">
        <dgm:presLayoutVars>
          <dgm:bulletEnabled val="1"/>
        </dgm:presLayoutVars>
      </dgm:prSet>
      <dgm:spPr/>
    </dgm:pt>
    <dgm:pt modelId="{A94E8C0F-BF1D-425D-8A1B-DE0794E6B315}" type="pres">
      <dgm:prSet presAssocID="{DEF488AD-1B11-4E71-9657-48D97EF4CE10}" presName="bgRect" presStyleLbl="alignNode1" presStyleIdx="2" presStyleCnt="3"/>
      <dgm:spPr/>
    </dgm:pt>
    <dgm:pt modelId="{AFCE0FA1-F6D5-44D9-9527-9DD7F4AD584A}" type="pres">
      <dgm:prSet presAssocID="{8C451E7F-1F67-48A9-BC6C-E59390249F8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3B03651-B347-4856-9C6D-BCD5D6A6296E}" type="pres">
      <dgm:prSet presAssocID="{DEF488AD-1B11-4E71-9657-48D97EF4CE10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63FFE706-19B0-4442-B8B4-C15E491D2991}" type="presOf" srcId="{E06586FC-0E64-4FD6-8F4D-C25A95A77B9F}" destId="{2EAD29C5-9B60-452C-9385-EA09BE05F452}" srcOrd="1" destOrd="0" presId="urn:microsoft.com/office/officeart/2016/7/layout/LinearBlockProcessNumbered"/>
    <dgm:cxn modelId="{33758E0D-EAC8-458C-9C9F-CCC6D158956D}" type="presOf" srcId="{31127CE6-5A58-4195-98B1-BF7FC854C593}" destId="{DB98D15D-1D4D-4CC2-898D-909AC710D4E2}" srcOrd="0" destOrd="0" presId="urn:microsoft.com/office/officeart/2016/7/layout/LinearBlockProcessNumbered"/>
    <dgm:cxn modelId="{93FA1265-A37E-43C4-9EDE-9DBF454228F2}" type="presOf" srcId="{89CDAD35-7FE8-4FB5-82B5-904049CC6CCE}" destId="{3563C799-1153-47AD-AC77-5C42EC40E324}" srcOrd="0" destOrd="0" presId="urn:microsoft.com/office/officeart/2016/7/layout/LinearBlockProcessNumbered"/>
    <dgm:cxn modelId="{63C06869-42B2-49A2-A1FF-6F025E43E9E8}" type="presOf" srcId="{31127CE6-5A58-4195-98B1-BF7FC854C593}" destId="{70CBB72B-14AC-4020-B23D-59019EE1545D}" srcOrd="1" destOrd="0" presId="urn:microsoft.com/office/officeart/2016/7/layout/LinearBlockProcessNumbered"/>
    <dgm:cxn modelId="{4CEB934B-F60B-49A0-81FC-59A9252DF170}" type="presOf" srcId="{7F20092C-D41A-4878-A8E0-D1123D1343A4}" destId="{044EA1DA-CEA2-4977-B692-C8D7DAC8841C}" srcOrd="0" destOrd="0" presId="urn:microsoft.com/office/officeart/2016/7/layout/LinearBlockProcessNumbered"/>
    <dgm:cxn modelId="{75BF074E-2C83-4705-870F-3971E3BAE0C6}" srcId="{7F20092C-D41A-4878-A8E0-D1123D1343A4}" destId="{31127CE6-5A58-4195-98B1-BF7FC854C593}" srcOrd="0" destOrd="0" parTransId="{86AF9B0C-CD38-4AA6-AD51-59832FE5C843}" sibTransId="{89CDAD35-7FE8-4FB5-82B5-904049CC6CCE}"/>
    <dgm:cxn modelId="{4F66E579-90BC-41DB-BDA9-044C96464EFC}" type="presOf" srcId="{E06586FC-0E64-4FD6-8F4D-C25A95A77B9F}" destId="{E4155CD8-C354-499A-B107-63AAE52BA810}" srcOrd="0" destOrd="0" presId="urn:microsoft.com/office/officeart/2016/7/layout/LinearBlockProcessNumbered"/>
    <dgm:cxn modelId="{2FC5FB87-420B-4749-9906-6FA19A0F750E}" type="presOf" srcId="{DEF488AD-1B11-4E71-9657-48D97EF4CE10}" destId="{23B03651-B347-4856-9C6D-BCD5D6A6296E}" srcOrd="1" destOrd="0" presId="urn:microsoft.com/office/officeart/2016/7/layout/LinearBlockProcessNumbered"/>
    <dgm:cxn modelId="{083BE48E-7857-4C80-B9F6-3683CEB82C33}" type="presOf" srcId="{DEF488AD-1B11-4E71-9657-48D97EF4CE10}" destId="{A94E8C0F-BF1D-425D-8A1B-DE0794E6B315}" srcOrd="0" destOrd="0" presId="urn:microsoft.com/office/officeart/2016/7/layout/LinearBlockProcessNumbered"/>
    <dgm:cxn modelId="{E97EF3A9-A67C-4BFC-8CD4-7317D9EC8449}" srcId="{7F20092C-D41A-4878-A8E0-D1123D1343A4}" destId="{DEF488AD-1B11-4E71-9657-48D97EF4CE10}" srcOrd="2" destOrd="0" parTransId="{0D42E7BA-BE70-456F-A36F-1E312D6EE918}" sibTransId="{8C451E7F-1F67-48A9-BC6C-E59390249F8E}"/>
    <dgm:cxn modelId="{C13D29C0-61ED-4789-90EB-D3C08F08A942}" type="presOf" srcId="{04D93A76-74A8-48FA-A2C7-99462D579378}" destId="{B77123F1-4472-4075-B6CA-B6D1074DF096}" srcOrd="0" destOrd="0" presId="urn:microsoft.com/office/officeart/2016/7/layout/LinearBlockProcessNumbered"/>
    <dgm:cxn modelId="{73E57BDE-C902-4017-ADC8-E116EAC04F39}" type="presOf" srcId="{8C451E7F-1F67-48A9-BC6C-E59390249F8E}" destId="{AFCE0FA1-F6D5-44D9-9527-9DD7F4AD584A}" srcOrd="0" destOrd="0" presId="urn:microsoft.com/office/officeart/2016/7/layout/LinearBlockProcessNumbered"/>
    <dgm:cxn modelId="{DD1DE8E1-C857-4C91-9D24-7E95FB853BFF}" srcId="{7F20092C-D41A-4878-A8E0-D1123D1343A4}" destId="{E06586FC-0E64-4FD6-8F4D-C25A95A77B9F}" srcOrd="1" destOrd="0" parTransId="{62E66030-75D5-4097-8F15-4B176DDE96DF}" sibTransId="{04D93A76-74A8-48FA-A2C7-99462D579378}"/>
    <dgm:cxn modelId="{65918729-E26B-4019-A791-83852FB3869B}" type="presParOf" srcId="{044EA1DA-CEA2-4977-B692-C8D7DAC8841C}" destId="{AE6326D5-6B6F-443D-A487-F71227D319F8}" srcOrd="0" destOrd="0" presId="urn:microsoft.com/office/officeart/2016/7/layout/LinearBlockProcessNumbered"/>
    <dgm:cxn modelId="{601E1EEB-9DA8-4599-97DC-44850743D0DA}" type="presParOf" srcId="{AE6326D5-6B6F-443D-A487-F71227D319F8}" destId="{DB98D15D-1D4D-4CC2-898D-909AC710D4E2}" srcOrd="0" destOrd="0" presId="urn:microsoft.com/office/officeart/2016/7/layout/LinearBlockProcessNumbered"/>
    <dgm:cxn modelId="{DEBF54D2-6DD5-4CC6-9C18-60D61315B69F}" type="presParOf" srcId="{AE6326D5-6B6F-443D-A487-F71227D319F8}" destId="{3563C799-1153-47AD-AC77-5C42EC40E324}" srcOrd="1" destOrd="0" presId="urn:microsoft.com/office/officeart/2016/7/layout/LinearBlockProcessNumbered"/>
    <dgm:cxn modelId="{5C7ADA1B-CAE4-4AF3-8273-90065B21F34B}" type="presParOf" srcId="{AE6326D5-6B6F-443D-A487-F71227D319F8}" destId="{70CBB72B-14AC-4020-B23D-59019EE1545D}" srcOrd="2" destOrd="0" presId="urn:microsoft.com/office/officeart/2016/7/layout/LinearBlockProcessNumbered"/>
    <dgm:cxn modelId="{6DD4E41A-F7F3-474B-90F7-111DD6D6EBC7}" type="presParOf" srcId="{044EA1DA-CEA2-4977-B692-C8D7DAC8841C}" destId="{A5F67BF5-6FD2-40E3-843A-4FB01AC5C97E}" srcOrd="1" destOrd="0" presId="urn:microsoft.com/office/officeart/2016/7/layout/LinearBlockProcessNumbered"/>
    <dgm:cxn modelId="{E31DBD70-A15E-4EE9-B192-6E8F59F294D5}" type="presParOf" srcId="{044EA1DA-CEA2-4977-B692-C8D7DAC8841C}" destId="{BD979290-3508-49C4-BE80-C5DC265ECCE6}" srcOrd="2" destOrd="0" presId="urn:microsoft.com/office/officeart/2016/7/layout/LinearBlockProcessNumbered"/>
    <dgm:cxn modelId="{10BBA466-43F3-4ABF-BD1B-B5EDA6C59577}" type="presParOf" srcId="{BD979290-3508-49C4-BE80-C5DC265ECCE6}" destId="{E4155CD8-C354-499A-B107-63AAE52BA810}" srcOrd="0" destOrd="0" presId="urn:microsoft.com/office/officeart/2016/7/layout/LinearBlockProcessNumbered"/>
    <dgm:cxn modelId="{5C3BCFB6-6E21-437F-99A2-A1990E2A50F7}" type="presParOf" srcId="{BD979290-3508-49C4-BE80-C5DC265ECCE6}" destId="{B77123F1-4472-4075-B6CA-B6D1074DF096}" srcOrd="1" destOrd="0" presId="urn:microsoft.com/office/officeart/2016/7/layout/LinearBlockProcessNumbered"/>
    <dgm:cxn modelId="{97DC9710-B3F5-4156-8C05-0D84EB1FB78C}" type="presParOf" srcId="{BD979290-3508-49C4-BE80-C5DC265ECCE6}" destId="{2EAD29C5-9B60-452C-9385-EA09BE05F452}" srcOrd="2" destOrd="0" presId="urn:microsoft.com/office/officeart/2016/7/layout/LinearBlockProcessNumbered"/>
    <dgm:cxn modelId="{6E183270-7F78-4E59-A526-06DC895DFA62}" type="presParOf" srcId="{044EA1DA-CEA2-4977-B692-C8D7DAC8841C}" destId="{4C37BE77-2CE1-47CF-B97E-9F24B7B4AA6A}" srcOrd="3" destOrd="0" presId="urn:microsoft.com/office/officeart/2016/7/layout/LinearBlockProcessNumbered"/>
    <dgm:cxn modelId="{DA6DB96D-430B-4721-A461-8005C084CCAC}" type="presParOf" srcId="{044EA1DA-CEA2-4977-B692-C8D7DAC8841C}" destId="{D77321AC-5C5A-4062-ABFC-B9B1821D72CA}" srcOrd="4" destOrd="0" presId="urn:microsoft.com/office/officeart/2016/7/layout/LinearBlockProcessNumbered"/>
    <dgm:cxn modelId="{DA1F25AF-FE21-40A5-B05D-3673E7367A05}" type="presParOf" srcId="{D77321AC-5C5A-4062-ABFC-B9B1821D72CA}" destId="{A94E8C0F-BF1D-425D-8A1B-DE0794E6B315}" srcOrd="0" destOrd="0" presId="urn:microsoft.com/office/officeart/2016/7/layout/LinearBlockProcessNumbered"/>
    <dgm:cxn modelId="{9454D374-D871-4133-AB4D-A81D53AEC75B}" type="presParOf" srcId="{D77321AC-5C5A-4062-ABFC-B9B1821D72CA}" destId="{AFCE0FA1-F6D5-44D9-9527-9DD7F4AD584A}" srcOrd="1" destOrd="0" presId="urn:microsoft.com/office/officeart/2016/7/layout/LinearBlockProcessNumbered"/>
    <dgm:cxn modelId="{479EF634-C0E3-40BC-B3FC-30AFF0F798EF}" type="presParOf" srcId="{D77321AC-5C5A-4062-ABFC-B9B1821D72CA}" destId="{23B03651-B347-4856-9C6D-BCD5D6A6296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02FDC9-3347-4A0D-B91C-24B57D2BB0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0CF1CA-E1D0-4D06-B9DD-AD1106634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find a record, you start at the root and walk down the tree, level by level.</a:t>
          </a:r>
        </a:p>
      </dgm:t>
    </dgm:pt>
    <dgm:pt modelId="{CCDAA507-1948-4669-BEEA-817CC546C1E5}" type="parTrans" cxnId="{CE2EAD68-92D9-4F4A-9C2E-F74D31BBC7AE}">
      <dgm:prSet/>
      <dgm:spPr/>
      <dgm:t>
        <a:bodyPr/>
        <a:lstStyle/>
        <a:p>
          <a:endParaRPr lang="en-US"/>
        </a:p>
      </dgm:t>
    </dgm:pt>
    <dgm:pt modelId="{9CBC8788-8C62-4E4F-A8BC-13841DAD2AC8}" type="sibTrans" cxnId="{CE2EAD68-92D9-4F4A-9C2E-F74D31BBC7AE}">
      <dgm:prSet/>
      <dgm:spPr/>
      <dgm:t>
        <a:bodyPr/>
        <a:lstStyle/>
        <a:p>
          <a:endParaRPr lang="en-US"/>
        </a:p>
      </dgm:t>
    </dgm:pt>
    <dgm:pt modelId="{49A70EC1-F263-42A3-8E05-F856A978CA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to find “Student records,” you must go School → Department → Teacher → Student. You can’t jump directly.</a:t>
          </a:r>
        </a:p>
      </dgm:t>
    </dgm:pt>
    <dgm:pt modelId="{54B3E8C3-9532-4494-A8B0-D2DB572A9A06}" type="parTrans" cxnId="{736B98D3-654B-40E0-AF8F-B0CAA01AFA98}">
      <dgm:prSet/>
      <dgm:spPr/>
      <dgm:t>
        <a:bodyPr/>
        <a:lstStyle/>
        <a:p>
          <a:endParaRPr lang="en-US"/>
        </a:p>
      </dgm:t>
    </dgm:pt>
    <dgm:pt modelId="{BCD2A076-6B95-4904-9265-B8F3C79E4F04}" type="sibTrans" cxnId="{736B98D3-654B-40E0-AF8F-B0CAA01AFA98}">
      <dgm:prSet/>
      <dgm:spPr/>
      <dgm:t>
        <a:bodyPr/>
        <a:lstStyle/>
        <a:p>
          <a:endParaRPr lang="en-US"/>
        </a:p>
      </dgm:t>
    </dgm:pt>
    <dgm:pt modelId="{76EBCB34-AB84-4E8F-8381-AB41EF70AE90}" type="pres">
      <dgm:prSet presAssocID="{C202FDC9-3347-4A0D-B91C-24B57D2BB0F7}" presName="root" presStyleCnt="0">
        <dgm:presLayoutVars>
          <dgm:dir/>
          <dgm:resizeHandles val="exact"/>
        </dgm:presLayoutVars>
      </dgm:prSet>
      <dgm:spPr/>
    </dgm:pt>
    <dgm:pt modelId="{0B72185F-F359-4944-BB2C-5E0D024EC0E7}" type="pres">
      <dgm:prSet presAssocID="{A90CF1CA-E1D0-4D06-B9DD-AD1106634A09}" presName="compNode" presStyleCnt="0"/>
      <dgm:spPr/>
    </dgm:pt>
    <dgm:pt modelId="{B383463B-E17F-48CE-AC9A-D53EB896A4F0}" type="pres">
      <dgm:prSet presAssocID="{A90CF1CA-E1D0-4D06-B9DD-AD1106634A09}" presName="bgRect" presStyleLbl="bgShp" presStyleIdx="0" presStyleCnt="2"/>
      <dgm:spPr/>
    </dgm:pt>
    <dgm:pt modelId="{253DBF96-458D-434A-83FA-892CFCE53B92}" type="pres">
      <dgm:prSet presAssocID="{A90CF1CA-E1D0-4D06-B9DD-AD1106634A0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6CD598B-392F-4C80-961B-8678E0585BA7}" type="pres">
      <dgm:prSet presAssocID="{A90CF1CA-E1D0-4D06-B9DD-AD1106634A09}" presName="spaceRect" presStyleCnt="0"/>
      <dgm:spPr/>
    </dgm:pt>
    <dgm:pt modelId="{920407A5-0C43-412C-B6D6-AE30D848F018}" type="pres">
      <dgm:prSet presAssocID="{A90CF1CA-E1D0-4D06-B9DD-AD1106634A09}" presName="parTx" presStyleLbl="revTx" presStyleIdx="0" presStyleCnt="2">
        <dgm:presLayoutVars>
          <dgm:chMax val="0"/>
          <dgm:chPref val="0"/>
        </dgm:presLayoutVars>
      </dgm:prSet>
      <dgm:spPr/>
    </dgm:pt>
    <dgm:pt modelId="{8B72F7B6-211B-4D53-AC8E-7BC4EB90B288}" type="pres">
      <dgm:prSet presAssocID="{9CBC8788-8C62-4E4F-A8BC-13841DAD2AC8}" presName="sibTrans" presStyleCnt="0"/>
      <dgm:spPr/>
    </dgm:pt>
    <dgm:pt modelId="{1DDFC92B-6290-4D3E-99B9-BA33A6159CB6}" type="pres">
      <dgm:prSet presAssocID="{49A70EC1-F263-42A3-8E05-F856A978CA4A}" presName="compNode" presStyleCnt="0"/>
      <dgm:spPr/>
    </dgm:pt>
    <dgm:pt modelId="{94322D9C-5E25-4D70-B880-27FC92578E54}" type="pres">
      <dgm:prSet presAssocID="{49A70EC1-F263-42A3-8E05-F856A978CA4A}" presName="bgRect" presStyleLbl="bgShp" presStyleIdx="1" presStyleCnt="2"/>
      <dgm:spPr/>
    </dgm:pt>
    <dgm:pt modelId="{C3E30E8B-CD04-400B-B4CD-F5B882B5993C}" type="pres">
      <dgm:prSet presAssocID="{49A70EC1-F263-42A3-8E05-F856A978CA4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839482D-9708-46CC-9F55-F716E72C529E}" type="pres">
      <dgm:prSet presAssocID="{49A70EC1-F263-42A3-8E05-F856A978CA4A}" presName="spaceRect" presStyleCnt="0"/>
      <dgm:spPr/>
    </dgm:pt>
    <dgm:pt modelId="{2AB9B6FD-9470-40F6-86BC-515A2B753A7E}" type="pres">
      <dgm:prSet presAssocID="{49A70EC1-F263-42A3-8E05-F856A978CA4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356B00D-4F43-47F6-85CC-791CD41C29E3}" type="presOf" srcId="{49A70EC1-F263-42A3-8E05-F856A978CA4A}" destId="{2AB9B6FD-9470-40F6-86BC-515A2B753A7E}" srcOrd="0" destOrd="0" presId="urn:microsoft.com/office/officeart/2018/2/layout/IconVerticalSolidList"/>
    <dgm:cxn modelId="{CE2EAD68-92D9-4F4A-9C2E-F74D31BBC7AE}" srcId="{C202FDC9-3347-4A0D-B91C-24B57D2BB0F7}" destId="{A90CF1CA-E1D0-4D06-B9DD-AD1106634A09}" srcOrd="0" destOrd="0" parTransId="{CCDAA507-1948-4669-BEEA-817CC546C1E5}" sibTransId="{9CBC8788-8C62-4E4F-A8BC-13841DAD2AC8}"/>
    <dgm:cxn modelId="{9938F473-D436-4793-9545-954125B71929}" type="presOf" srcId="{C202FDC9-3347-4A0D-B91C-24B57D2BB0F7}" destId="{76EBCB34-AB84-4E8F-8381-AB41EF70AE90}" srcOrd="0" destOrd="0" presId="urn:microsoft.com/office/officeart/2018/2/layout/IconVerticalSolidList"/>
    <dgm:cxn modelId="{736B98D3-654B-40E0-AF8F-B0CAA01AFA98}" srcId="{C202FDC9-3347-4A0D-B91C-24B57D2BB0F7}" destId="{49A70EC1-F263-42A3-8E05-F856A978CA4A}" srcOrd="1" destOrd="0" parTransId="{54B3E8C3-9532-4494-A8B0-D2DB572A9A06}" sibTransId="{BCD2A076-6B95-4904-9265-B8F3C79E4F04}"/>
    <dgm:cxn modelId="{4ACB8FE4-7F85-4B24-83A3-BA7B237F6995}" type="presOf" srcId="{A90CF1CA-E1D0-4D06-B9DD-AD1106634A09}" destId="{920407A5-0C43-412C-B6D6-AE30D848F018}" srcOrd="0" destOrd="0" presId="urn:microsoft.com/office/officeart/2018/2/layout/IconVerticalSolidList"/>
    <dgm:cxn modelId="{F6FC15F9-C4BB-42C3-8793-7C77843EA498}" type="presParOf" srcId="{76EBCB34-AB84-4E8F-8381-AB41EF70AE90}" destId="{0B72185F-F359-4944-BB2C-5E0D024EC0E7}" srcOrd="0" destOrd="0" presId="urn:microsoft.com/office/officeart/2018/2/layout/IconVerticalSolidList"/>
    <dgm:cxn modelId="{FB64FA4E-B39C-4CB8-9D4A-64C805ACCB1E}" type="presParOf" srcId="{0B72185F-F359-4944-BB2C-5E0D024EC0E7}" destId="{B383463B-E17F-48CE-AC9A-D53EB896A4F0}" srcOrd="0" destOrd="0" presId="urn:microsoft.com/office/officeart/2018/2/layout/IconVerticalSolidList"/>
    <dgm:cxn modelId="{AA97EA74-2808-41DC-867D-41FDF8EF12D4}" type="presParOf" srcId="{0B72185F-F359-4944-BB2C-5E0D024EC0E7}" destId="{253DBF96-458D-434A-83FA-892CFCE53B92}" srcOrd="1" destOrd="0" presId="urn:microsoft.com/office/officeart/2018/2/layout/IconVerticalSolidList"/>
    <dgm:cxn modelId="{D766750E-A97F-4669-8B16-2698CDE2E6F4}" type="presParOf" srcId="{0B72185F-F359-4944-BB2C-5E0D024EC0E7}" destId="{26CD598B-392F-4C80-961B-8678E0585BA7}" srcOrd="2" destOrd="0" presId="urn:microsoft.com/office/officeart/2018/2/layout/IconVerticalSolidList"/>
    <dgm:cxn modelId="{160ED6A7-8DD2-4261-A4D0-13E2BA948EE0}" type="presParOf" srcId="{0B72185F-F359-4944-BB2C-5E0D024EC0E7}" destId="{920407A5-0C43-412C-B6D6-AE30D848F018}" srcOrd="3" destOrd="0" presId="urn:microsoft.com/office/officeart/2018/2/layout/IconVerticalSolidList"/>
    <dgm:cxn modelId="{1D5EFD12-B03F-48AC-B45B-9D2DBF67B537}" type="presParOf" srcId="{76EBCB34-AB84-4E8F-8381-AB41EF70AE90}" destId="{8B72F7B6-211B-4D53-AC8E-7BC4EB90B288}" srcOrd="1" destOrd="0" presId="urn:microsoft.com/office/officeart/2018/2/layout/IconVerticalSolidList"/>
    <dgm:cxn modelId="{66C9E602-E5D3-4632-A3CE-BEED5AA174A6}" type="presParOf" srcId="{76EBCB34-AB84-4E8F-8381-AB41EF70AE90}" destId="{1DDFC92B-6290-4D3E-99B9-BA33A6159CB6}" srcOrd="2" destOrd="0" presId="urn:microsoft.com/office/officeart/2018/2/layout/IconVerticalSolidList"/>
    <dgm:cxn modelId="{29F6F432-4089-45A4-9343-06FCF414E397}" type="presParOf" srcId="{1DDFC92B-6290-4D3E-99B9-BA33A6159CB6}" destId="{94322D9C-5E25-4D70-B880-27FC92578E54}" srcOrd="0" destOrd="0" presId="urn:microsoft.com/office/officeart/2018/2/layout/IconVerticalSolidList"/>
    <dgm:cxn modelId="{03A733E4-43BE-4A54-8CDA-92D95ABE95C6}" type="presParOf" srcId="{1DDFC92B-6290-4D3E-99B9-BA33A6159CB6}" destId="{C3E30E8B-CD04-400B-B4CD-F5B882B5993C}" srcOrd="1" destOrd="0" presId="urn:microsoft.com/office/officeart/2018/2/layout/IconVerticalSolidList"/>
    <dgm:cxn modelId="{A6D0295B-4E10-4C00-A974-5078D97FD742}" type="presParOf" srcId="{1DDFC92B-6290-4D3E-99B9-BA33A6159CB6}" destId="{7839482D-9708-46CC-9F55-F716E72C529E}" srcOrd="2" destOrd="0" presId="urn:microsoft.com/office/officeart/2018/2/layout/IconVerticalSolidList"/>
    <dgm:cxn modelId="{80E2F15E-25BD-4969-A575-6D2DFE3EE81E}" type="presParOf" srcId="{1DDFC92B-6290-4D3E-99B9-BA33A6159CB6}" destId="{2AB9B6FD-9470-40F6-86BC-515A2B753A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29328B-AB2C-4F3F-BFE9-3B2937E53A8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1921C49-066B-4B08-9BC3-C677D7F89F9D}">
      <dgm:prSet/>
      <dgm:spPr/>
      <dgm:t>
        <a:bodyPr/>
        <a:lstStyle/>
        <a:p>
          <a:r>
            <a:rPr lang="en-US"/>
            <a:t>Simple and fast when relationships are naturally hierarchical (e.g., org charts, file directories)</a:t>
          </a:r>
        </a:p>
      </dgm:t>
    </dgm:pt>
    <dgm:pt modelId="{4951619A-4C6D-4895-B1EE-15B45636A27C}" type="parTrans" cxnId="{9A428BD7-D9AF-4E06-8435-C10A9B8B63B9}">
      <dgm:prSet/>
      <dgm:spPr/>
      <dgm:t>
        <a:bodyPr/>
        <a:lstStyle/>
        <a:p>
          <a:endParaRPr lang="en-US"/>
        </a:p>
      </dgm:t>
    </dgm:pt>
    <dgm:pt modelId="{7F93A7B1-BD76-4C15-98FA-259A1EA3C4C4}" type="sibTrans" cxnId="{9A428BD7-D9AF-4E06-8435-C10A9B8B63B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116C17D-A26B-4E91-B851-252C1053C155}">
      <dgm:prSet/>
      <dgm:spPr/>
      <dgm:t>
        <a:bodyPr/>
        <a:lstStyle/>
        <a:p>
          <a:r>
            <a:rPr lang="en-US"/>
            <a:t>Fast retrieval if you’re searching top-down</a:t>
          </a:r>
        </a:p>
      </dgm:t>
    </dgm:pt>
    <dgm:pt modelId="{18E5E0DC-762E-48FC-BE66-DCE0A4BC533F}" type="parTrans" cxnId="{22C69BEC-2364-45AF-A4E2-950EDE126DF9}">
      <dgm:prSet/>
      <dgm:spPr/>
      <dgm:t>
        <a:bodyPr/>
        <a:lstStyle/>
        <a:p>
          <a:endParaRPr lang="en-US"/>
        </a:p>
      </dgm:t>
    </dgm:pt>
    <dgm:pt modelId="{F3BB696B-198C-4841-BEC1-1391E7CE418D}" type="sibTrans" cxnId="{22C69BEC-2364-45AF-A4E2-950EDE126DF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9AE2092-66C2-4F7D-8355-73FFBAC912BD}">
      <dgm:prSet/>
      <dgm:spPr/>
      <dgm:t>
        <a:bodyPr/>
        <a:lstStyle/>
        <a:p>
          <a:r>
            <a:rPr lang="en-US"/>
            <a:t>Easy to understand conceptually — mirrors real-world trees</a:t>
          </a:r>
        </a:p>
      </dgm:t>
    </dgm:pt>
    <dgm:pt modelId="{30D59AB5-D578-4287-8675-4280C1F072E7}" type="parTrans" cxnId="{C984CE49-A98D-4241-AA8F-8B274BF611D8}">
      <dgm:prSet/>
      <dgm:spPr/>
      <dgm:t>
        <a:bodyPr/>
        <a:lstStyle/>
        <a:p>
          <a:endParaRPr lang="en-US"/>
        </a:p>
      </dgm:t>
    </dgm:pt>
    <dgm:pt modelId="{47D87EAD-1C71-4899-922E-405371F3E574}" type="sibTrans" cxnId="{C984CE49-A98D-4241-AA8F-8B274BF611D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43573BA-B7B9-40C8-A38C-70884325CA72}" type="pres">
      <dgm:prSet presAssocID="{9229328B-AB2C-4F3F-BFE9-3B2937E53A8D}" presName="Name0" presStyleCnt="0">
        <dgm:presLayoutVars>
          <dgm:animLvl val="lvl"/>
          <dgm:resizeHandles val="exact"/>
        </dgm:presLayoutVars>
      </dgm:prSet>
      <dgm:spPr/>
    </dgm:pt>
    <dgm:pt modelId="{6017EDC3-8764-404C-8BCE-EF9B82142E90}" type="pres">
      <dgm:prSet presAssocID="{11921C49-066B-4B08-9BC3-C677D7F89F9D}" presName="compositeNode" presStyleCnt="0">
        <dgm:presLayoutVars>
          <dgm:bulletEnabled val="1"/>
        </dgm:presLayoutVars>
      </dgm:prSet>
      <dgm:spPr/>
    </dgm:pt>
    <dgm:pt modelId="{24B2B2D1-3AB7-4CE3-AFCA-FF1025E36C81}" type="pres">
      <dgm:prSet presAssocID="{11921C49-066B-4B08-9BC3-C677D7F89F9D}" presName="bgRect" presStyleLbl="alignNode1" presStyleIdx="0" presStyleCnt="3"/>
      <dgm:spPr/>
    </dgm:pt>
    <dgm:pt modelId="{3343342F-861F-4F91-AE3C-14F096CE5D4D}" type="pres">
      <dgm:prSet presAssocID="{7F93A7B1-BD76-4C15-98FA-259A1EA3C4C4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5DB66D5-B178-423F-98F6-1AD33BC3AA22}" type="pres">
      <dgm:prSet presAssocID="{11921C49-066B-4B08-9BC3-C677D7F89F9D}" presName="nodeRect" presStyleLbl="alignNode1" presStyleIdx="0" presStyleCnt="3">
        <dgm:presLayoutVars>
          <dgm:bulletEnabled val="1"/>
        </dgm:presLayoutVars>
      </dgm:prSet>
      <dgm:spPr/>
    </dgm:pt>
    <dgm:pt modelId="{2E9DA5C1-0F68-4F85-9562-E2E384FC25C5}" type="pres">
      <dgm:prSet presAssocID="{7F93A7B1-BD76-4C15-98FA-259A1EA3C4C4}" presName="sibTrans" presStyleCnt="0"/>
      <dgm:spPr/>
    </dgm:pt>
    <dgm:pt modelId="{45E195D4-FEB9-4A4D-B84C-220ADC163D99}" type="pres">
      <dgm:prSet presAssocID="{5116C17D-A26B-4E91-B851-252C1053C155}" presName="compositeNode" presStyleCnt="0">
        <dgm:presLayoutVars>
          <dgm:bulletEnabled val="1"/>
        </dgm:presLayoutVars>
      </dgm:prSet>
      <dgm:spPr/>
    </dgm:pt>
    <dgm:pt modelId="{B79F2B88-9CDD-48AB-A0EC-66990477B29D}" type="pres">
      <dgm:prSet presAssocID="{5116C17D-A26B-4E91-B851-252C1053C155}" presName="bgRect" presStyleLbl="alignNode1" presStyleIdx="1" presStyleCnt="3"/>
      <dgm:spPr/>
    </dgm:pt>
    <dgm:pt modelId="{A08C0D16-F5B6-4E53-AA34-107AA8F6E5CF}" type="pres">
      <dgm:prSet presAssocID="{F3BB696B-198C-4841-BEC1-1391E7CE418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C037791-552A-4751-8A34-A54B149E9421}" type="pres">
      <dgm:prSet presAssocID="{5116C17D-A26B-4E91-B851-252C1053C155}" presName="nodeRect" presStyleLbl="alignNode1" presStyleIdx="1" presStyleCnt="3">
        <dgm:presLayoutVars>
          <dgm:bulletEnabled val="1"/>
        </dgm:presLayoutVars>
      </dgm:prSet>
      <dgm:spPr/>
    </dgm:pt>
    <dgm:pt modelId="{DD8BFFE6-09BB-47A0-8493-E4DCCF566BF1}" type="pres">
      <dgm:prSet presAssocID="{F3BB696B-198C-4841-BEC1-1391E7CE418D}" presName="sibTrans" presStyleCnt="0"/>
      <dgm:spPr/>
    </dgm:pt>
    <dgm:pt modelId="{C65E0E99-D234-4E91-9C64-60FECF67FDF6}" type="pres">
      <dgm:prSet presAssocID="{19AE2092-66C2-4F7D-8355-73FFBAC912BD}" presName="compositeNode" presStyleCnt="0">
        <dgm:presLayoutVars>
          <dgm:bulletEnabled val="1"/>
        </dgm:presLayoutVars>
      </dgm:prSet>
      <dgm:spPr/>
    </dgm:pt>
    <dgm:pt modelId="{1062B308-8797-4854-BFC3-3FE60B108295}" type="pres">
      <dgm:prSet presAssocID="{19AE2092-66C2-4F7D-8355-73FFBAC912BD}" presName="bgRect" presStyleLbl="alignNode1" presStyleIdx="2" presStyleCnt="3"/>
      <dgm:spPr/>
    </dgm:pt>
    <dgm:pt modelId="{50598CA9-AD93-47BA-937F-C0EDA4BEF5AF}" type="pres">
      <dgm:prSet presAssocID="{47D87EAD-1C71-4899-922E-405371F3E574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DF3D01B-CE39-4460-B051-1D2EE0FC121A}" type="pres">
      <dgm:prSet presAssocID="{19AE2092-66C2-4F7D-8355-73FFBAC912B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7BEF909-DB39-4EC2-AB4C-1E1D972A3633}" type="presOf" srcId="{19AE2092-66C2-4F7D-8355-73FFBAC912BD}" destId="{8DF3D01B-CE39-4460-B051-1D2EE0FC121A}" srcOrd="1" destOrd="0" presId="urn:microsoft.com/office/officeart/2016/7/layout/LinearBlockProcessNumbered"/>
    <dgm:cxn modelId="{7B95B429-9039-4BCB-85A0-B9578353A156}" type="presOf" srcId="{19AE2092-66C2-4F7D-8355-73FFBAC912BD}" destId="{1062B308-8797-4854-BFC3-3FE60B108295}" srcOrd="0" destOrd="0" presId="urn:microsoft.com/office/officeart/2016/7/layout/LinearBlockProcessNumbered"/>
    <dgm:cxn modelId="{65EA7C44-022D-4890-8636-886A5A6D14FC}" type="presOf" srcId="{11921C49-066B-4B08-9BC3-C677D7F89F9D}" destId="{D5DB66D5-B178-423F-98F6-1AD33BC3AA22}" srcOrd="1" destOrd="0" presId="urn:microsoft.com/office/officeart/2016/7/layout/LinearBlockProcessNumbered"/>
    <dgm:cxn modelId="{C984CE49-A98D-4241-AA8F-8B274BF611D8}" srcId="{9229328B-AB2C-4F3F-BFE9-3B2937E53A8D}" destId="{19AE2092-66C2-4F7D-8355-73FFBAC912BD}" srcOrd="2" destOrd="0" parTransId="{30D59AB5-D578-4287-8675-4280C1F072E7}" sibTransId="{47D87EAD-1C71-4899-922E-405371F3E574}"/>
    <dgm:cxn modelId="{EC57EC4C-D7E9-4FD1-8099-EF7FFEA3FB66}" type="presOf" srcId="{7F93A7B1-BD76-4C15-98FA-259A1EA3C4C4}" destId="{3343342F-861F-4F91-AE3C-14F096CE5D4D}" srcOrd="0" destOrd="0" presId="urn:microsoft.com/office/officeart/2016/7/layout/LinearBlockProcessNumbered"/>
    <dgm:cxn modelId="{1168A57A-C28E-4F8B-A6EF-F413A92CAB99}" type="presOf" srcId="{5116C17D-A26B-4E91-B851-252C1053C155}" destId="{DC037791-552A-4751-8A34-A54B149E9421}" srcOrd="1" destOrd="0" presId="urn:microsoft.com/office/officeart/2016/7/layout/LinearBlockProcessNumbered"/>
    <dgm:cxn modelId="{434B007F-7960-49ED-BD64-0008FAEADF04}" type="presOf" srcId="{9229328B-AB2C-4F3F-BFE9-3B2937E53A8D}" destId="{743573BA-B7B9-40C8-A38C-70884325CA72}" srcOrd="0" destOrd="0" presId="urn:microsoft.com/office/officeart/2016/7/layout/LinearBlockProcessNumbered"/>
    <dgm:cxn modelId="{13C32692-7D59-4B41-B8C4-A6667DEEC599}" type="presOf" srcId="{5116C17D-A26B-4E91-B851-252C1053C155}" destId="{B79F2B88-9CDD-48AB-A0EC-66990477B29D}" srcOrd="0" destOrd="0" presId="urn:microsoft.com/office/officeart/2016/7/layout/LinearBlockProcessNumbered"/>
    <dgm:cxn modelId="{09BC68A5-9A4B-497D-81BA-94D09A354B34}" type="presOf" srcId="{F3BB696B-198C-4841-BEC1-1391E7CE418D}" destId="{A08C0D16-F5B6-4E53-AA34-107AA8F6E5CF}" srcOrd="0" destOrd="0" presId="urn:microsoft.com/office/officeart/2016/7/layout/LinearBlockProcessNumbered"/>
    <dgm:cxn modelId="{D4CA05D0-C203-4D6F-92AA-BDF9280FEFE0}" type="presOf" srcId="{47D87EAD-1C71-4899-922E-405371F3E574}" destId="{50598CA9-AD93-47BA-937F-C0EDA4BEF5AF}" srcOrd="0" destOrd="0" presId="urn:microsoft.com/office/officeart/2016/7/layout/LinearBlockProcessNumbered"/>
    <dgm:cxn modelId="{9A428BD7-D9AF-4E06-8435-C10A9B8B63B9}" srcId="{9229328B-AB2C-4F3F-BFE9-3B2937E53A8D}" destId="{11921C49-066B-4B08-9BC3-C677D7F89F9D}" srcOrd="0" destOrd="0" parTransId="{4951619A-4C6D-4895-B1EE-15B45636A27C}" sibTransId="{7F93A7B1-BD76-4C15-98FA-259A1EA3C4C4}"/>
    <dgm:cxn modelId="{3F3484DA-1725-4C8D-ADD7-7B843C73D20C}" type="presOf" srcId="{11921C49-066B-4B08-9BC3-C677D7F89F9D}" destId="{24B2B2D1-3AB7-4CE3-AFCA-FF1025E36C81}" srcOrd="0" destOrd="0" presId="urn:microsoft.com/office/officeart/2016/7/layout/LinearBlockProcessNumbered"/>
    <dgm:cxn modelId="{22C69BEC-2364-45AF-A4E2-950EDE126DF9}" srcId="{9229328B-AB2C-4F3F-BFE9-3B2937E53A8D}" destId="{5116C17D-A26B-4E91-B851-252C1053C155}" srcOrd="1" destOrd="0" parTransId="{18E5E0DC-762E-48FC-BE66-DCE0A4BC533F}" sibTransId="{F3BB696B-198C-4841-BEC1-1391E7CE418D}"/>
    <dgm:cxn modelId="{FB1422C1-0B07-4CF4-ACB9-054D021A0359}" type="presParOf" srcId="{743573BA-B7B9-40C8-A38C-70884325CA72}" destId="{6017EDC3-8764-404C-8BCE-EF9B82142E90}" srcOrd="0" destOrd="0" presId="urn:microsoft.com/office/officeart/2016/7/layout/LinearBlockProcessNumbered"/>
    <dgm:cxn modelId="{0AB3FDB2-8B41-4DC1-84D9-2408B98E7CDC}" type="presParOf" srcId="{6017EDC3-8764-404C-8BCE-EF9B82142E90}" destId="{24B2B2D1-3AB7-4CE3-AFCA-FF1025E36C81}" srcOrd="0" destOrd="0" presId="urn:microsoft.com/office/officeart/2016/7/layout/LinearBlockProcessNumbered"/>
    <dgm:cxn modelId="{9A7E2775-51C4-433A-9D09-D96313E3DFFA}" type="presParOf" srcId="{6017EDC3-8764-404C-8BCE-EF9B82142E90}" destId="{3343342F-861F-4F91-AE3C-14F096CE5D4D}" srcOrd="1" destOrd="0" presId="urn:microsoft.com/office/officeart/2016/7/layout/LinearBlockProcessNumbered"/>
    <dgm:cxn modelId="{9B0C359F-330F-44FF-8052-1F5FC6B8993A}" type="presParOf" srcId="{6017EDC3-8764-404C-8BCE-EF9B82142E90}" destId="{D5DB66D5-B178-423F-98F6-1AD33BC3AA22}" srcOrd="2" destOrd="0" presId="urn:microsoft.com/office/officeart/2016/7/layout/LinearBlockProcessNumbered"/>
    <dgm:cxn modelId="{FD21D8A9-947A-4C7C-8508-8EB08F15A0C2}" type="presParOf" srcId="{743573BA-B7B9-40C8-A38C-70884325CA72}" destId="{2E9DA5C1-0F68-4F85-9562-E2E384FC25C5}" srcOrd="1" destOrd="0" presId="urn:microsoft.com/office/officeart/2016/7/layout/LinearBlockProcessNumbered"/>
    <dgm:cxn modelId="{AC6C5D46-B502-4801-80EA-2600FF126FF4}" type="presParOf" srcId="{743573BA-B7B9-40C8-A38C-70884325CA72}" destId="{45E195D4-FEB9-4A4D-B84C-220ADC163D99}" srcOrd="2" destOrd="0" presId="urn:microsoft.com/office/officeart/2016/7/layout/LinearBlockProcessNumbered"/>
    <dgm:cxn modelId="{1DD487FF-6B33-4A58-B814-517C3BC7E253}" type="presParOf" srcId="{45E195D4-FEB9-4A4D-B84C-220ADC163D99}" destId="{B79F2B88-9CDD-48AB-A0EC-66990477B29D}" srcOrd="0" destOrd="0" presId="urn:microsoft.com/office/officeart/2016/7/layout/LinearBlockProcessNumbered"/>
    <dgm:cxn modelId="{CBC08810-A50C-4F87-8827-69B57737FA33}" type="presParOf" srcId="{45E195D4-FEB9-4A4D-B84C-220ADC163D99}" destId="{A08C0D16-F5B6-4E53-AA34-107AA8F6E5CF}" srcOrd="1" destOrd="0" presId="urn:microsoft.com/office/officeart/2016/7/layout/LinearBlockProcessNumbered"/>
    <dgm:cxn modelId="{D83BF629-314E-4935-9360-0C70D497B7A1}" type="presParOf" srcId="{45E195D4-FEB9-4A4D-B84C-220ADC163D99}" destId="{DC037791-552A-4751-8A34-A54B149E9421}" srcOrd="2" destOrd="0" presId="urn:microsoft.com/office/officeart/2016/7/layout/LinearBlockProcessNumbered"/>
    <dgm:cxn modelId="{A5B1C2B8-A158-41AF-802E-F821AD271E3C}" type="presParOf" srcId="{743573BA-B7B9-40C8-A38C-70884325CA72}" destId="{DD8BFFE6-09BB-47A0-8493-E4DCCF566BF1}" srcOrd="3" destOrd="0" presId="urn:microsoft.com/office/officeart/2016/7/layout/LinearBlockProcessNumbered"/>
    <dgm:cxn modelId="{5FA7EEF8-C01A-4512-9F40-2B7D0DADB88D}" type="presParOf" srcId="{743573BA-B7B9-40C8-A38C-70884325CA72}" destId="{C65E0E99-D234-4E91-9C64-60FECF67FDF6}" srcOrd="4" destOrd="0" presId="urn:microsoft.com/office/officeart/2016/7/layout/LinearBlockProcessNumbered"/>
    <dgm:cxn modelId="{F67BEE01-CFC0-457F-8FB4-8EA6E455D67A}" type="presParOf" srcId="{C65E0E99-D234-4E91-9C64-60FECF67FDF6}" destId="{1062B308-8797-4854-BFC3-3FE60B108295}" srcOrd="0" destOrd="0" presId="urn:microsoft.com/office/officeart/2016/7/layout/LinearBlockProcessNumbered"/>
    <dgm:cxn modelId="{E29DE0E5-DE7D-48B4-8BA9-ECCA7E28D3DD}" type="presParOf" srcId="{C65E0E99-D234-4E91-9C64-60FECF67FDF6}" destId="{50598CA9-AD93-47BA-937F-C0EDA4BEF5AF}" srcOrd="1" destOrd="0" presId="urn:microsoft.com/office/officeart/2016/7/layout/LinearBlockProcessNumbered"/>
    <dgm:cxn modelId="{E0772417-6CC1-4816-BC60-454D687F8D58}" type="presParOf" srcId="{C65E0E99-D234-4E91-9C64-60FECF67FDF6}" destId="{8DF3D01B-CE39-4460-B051-1D2EE0FC121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F82C62-4E47-49CA-A999-B17C0491F1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AF428E-15EB-4F85-B55C-163F78B5E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Can’t easily represent many-to-many relationships (e.g., a student enrolled in many courses, each course having many students) — this model forces everything into one parent</a:t>
          </a:r>
        </a:p>
      </dgm:t>
    </dgm:pt>
    <dgm:pt modelId="{363447C3-1177-4035-AD61-DC97F24DE218}" type="parTrans" cxnId="{AC44AFE8-896B-46F3-8E8A-42660272F7A3}">
      <dgm:prSet/>
      <dgm:spPr/>
      <dgm:t>
        <a:bodyPr/>
        <a:lstStyle/>
        <a:p>
          <a:endParaRPr lang="en-US"/>
        </a:p>
      </dgm:t>
    </dgm:pt>
    <dgm:pt modelId="{CF8D3F3C-9ED5-4BDE-B6EB-09F12766F104}" type="sibTrans" cxnId="{AC44AFE8-896B-46F3-8E8A-42660272F7A3}">
      <dgm:prSet/>
      <dgm:spPr/>
      <dgm:t>
        <a:bodyPr/>
        <a:lstStyle/>
        <a:p>
          <a:endParaRPr lang="en-US"/>
        </a:p>
      </dgm:t>
    </dgm:pt>
    <dgm:pt modelId="{92C2FA84-3249-4E96-A11A-33F93F1B55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Redundancy: if a record needs to appear under two different parents, it must be duplicated</a:t>
          </a:r>
        </a:p>
      </dgm:t>
    </dgm:pt>
    <dgm:pt modelId="{424C9E97-4054-4932-9001-3188AAC8EFF5}" type="parTrans" cxnId="{49F52162-4BEE-4715-BC4B-276CAC7566E0}">
      <dgm:prSet/>
      <dgm:spPr/>
      <dgm:t>
        <a:bodyPr/>
        <a:lstStyle/>
        <a:p>
          <a:endParaRPr lang="en-US"/>
        </a:p>
      </dgm:t>
    </dgm:pt>
    <dgm:pt modelId="{D618173D-F100-4E79-89C8-87FB0AFFDD28}" type="sibTrans" cxnId="{49F52162-4BEE-4715-BC4B-276CAC7566E0}">
      <dgm:prSet/>
      <dgm:spPr/>
      <dgm:t>
        <a:bodyPr/>
        <a:lstStyle/>
        <a:p>
          <a:endParaRPr lang="en-US"/>
        </a:p>
      </dgm:t>
    </dgm:pt>
    <dgm:pt modelId="{32C9C601-16D9-4240-9C2C-1B7407520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Rigid structure — hard to reorganize or query in unexpected ways</a:t>
          </a:r>
        </a:p>
      </dgm:t>
    </dgm:pt>
    <dgm:pt modelId="{1AD56BAC-CEDE-4288-B3D1-E1CF1004A891}" type="parTrans" cxnId="{E86CE3C6-9B4A-4B18-8AD8-26F17A53ED68}">
      <dgm:prSet/>
      <dgm:spPr/>
      <dgm:t>
        <a:bodyPr/>
        <a:lstStyle/>
        <a:p>
          <a:endParaRPr lang="en-US"/>
        </a:p>
      </dgm:t>
    </dgm:pt>
    <dgm:pt modelId="{98C466DC-9AF5-46AA-9420-741CC2DB8DE7}" type="sibTrans" cxnId="{E86CE3C6-9B4A-4B18-8AD8-26F17A53ED68}">
      <dgm:prSet/>
      <dgm:spPr/>
      <dgm:t>
        <a:bodyPr/>
        <a:lstStyle/>
        <a:p>
          <a:endParaRPr lang="en-US"/>
        </a:p>
      </dgm:t>
    </dgm:pt>
    <dgm:pt modelId="{45F35618-AA39-40C8-B18A-227FACBDDA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Deleting a parent deletes all its children (even if you only wanted to remove the parent)</a:t>
          </a:r>
        </a:p>
      </dgm:t>
    </dgm:pt>
    <dgm:pt modelId="{BD0866D9-37A9-451C-8E40-10B2C50A3814}" type="parTrans" cxnId="{47CA3D99-D9C8-4B30-8ABF-5B6D4C82DDEA}">
      <dgm:prSet/>
      <dgm:spPr/>
      <dgm:t>
        <a:bodyPr/>
        <a:lstStyle/>
        <a:p>
          <a:endParaRPr lang="en-US"/>
        </a:p>
      </dgm:t>
    </dgm:pt>
    <dgm:pt modelId="{4F7E1BBE-200C-4781-8E94-A5FB0C14069A}" type="sibTrans" cxnId="{47CA3D99-D9C8-4B30-8ABF-5B6D4C82DDEA}">
      <dgm:prSet/>
      <dgm:spPr/>
      <dgm:t>
        <a:bodyPr/>
        <a:lstStyle/>
        <a:p>
          <a:endParaRPr lang="en-US"/>
        </a:p>
      </dgm:t>
    </dgm:pt>
    <dgm:pt modelId="{4AA38828-C0AE-4470-8321-A5B13E5355A2}" type="pres">
      <dgm:prSet presAssocID="{08F82C62-4E47-49CA-A999-B17C0491F108}" presName="root" presStyleCnt="0">
        <dgm:presLayoutVars>
          <dgm:dir/>
          <dgm:resizeHandles val="exact"/>
        </dgm:presLayoutVars>
      </dgm:prSet>
      <dgm:spPr/>
    </dgm:pt>
    <dgm:pt modelId="{6E74A02F-4AF0-4B7C-B9F9-ADBF814B6433}" type="pres">
      <dgm:prSet presAssocID="{DEAF428E-15EB-4F85-B55C-163F78B5E473}" presName="compNode" presStyleCnt="0"/>
      <dgm:spPr/>
    </dgm:pt>
    <dgm:pt modelId="{2083E60F-50A3-450D-85E0-7EBAD62DBE5D}" type="pres">
      <dgm:prSet presAssocID="{DEAF428E-15EB-4F85-B55C-163F78B5E473}" presName="bgRect" presStyleLbl="bgShp" presStyleIdx="0" presStyleCnt="4"/>
      <dgm:spPr/>
    </dgm:pt>
    <dgm:pt modelId="{74811958-A28D-4A81-A223-E7E035117EA6}" type="pres">
      <dgm:prSet presAssocID="{DEAF428E-15EB-4F85-B55C-163F78B5E47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15F1CD5-043F-46A6-A37A-5304F214E8FD}" type="pres">
      <dgm:prSet presAssocID="{DEAF428E-15EB-4F85-B55C-163F78B5E473}" presName="spaceRect" presStyleCnt="0"/>
      <dgm:spPr/>
    </dgm:pt>
    <dgm:pt modelId="{CD9963B2-1F07-4EB7-BC2B-760F70125270}" type="pres">
      <dgm:prSet presAssocID="{DEAF428E-15EB-4F85-B55C-163F78B5E473}" presName="parTx" presStyleLbl="revTx" presStyleIdx="0" presStyleCnt="4">
        <dgm:presLayoutVars>
          <dgm:chMax val="0"/>
          <dgm:chPref val="0"/>
        </dgm:presLayoutVars>
      </dgm:prSet>
      <dgm:spPr/>
    </dgm:pt>
    <dgm:pt modelId="{98286E0A-2D22-46B0-9313-926119837B83}" type="pres">
      <dgm:prSet presAssocID="{CF8D3F3C-9ED5-4BDE-B6EB-09F12766F104}" presName="sibTrans" presStyleCnt="0"/>
      <dgm:spPr/>
    </dgm:pt>
    <dgm:pt modelId="{5607D625-7AFC-4E37-9E8E-B4D866B051D7}" type="pres">
      <dgm:prSet presAssocID="{92C2FA84-3249-4E96-A11A-33F93F1B55B5}" presName="compNode" presStyleCnt="0"/>
      <dgm:spPr/>
    </dgm:pt>
    <dgm:pt modelId="{4CD32B53-D239-4503-BA35-5ED5BF5B18F3}" type="pres">
      <dgm:prSet presAssocID="{92C2FA84-3249-4E96-A11A-33F93F1B55B5}" presName="bgRect" presStyleLbl="bgShp" presStyleIdx="1" presStyleCnt="4"/>
      <dgm:spPr/>
    </dgm:pt>
    <dgm:pt modelId="{A38CB431-F649-4D56-BAA4-C02FB725D44A}" type="pres">
      <dgm:prSet presAssocID="{92C2FA84-3249-4E96-A11A-33F93F1B55B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41635C1-14BD-427A-8931-7D474C073651}" type="pres">
      <dgm:prSet presAssocID="{92C2FA84-3249-4E96-A11A-33F93F1B55B5}" presName="spaceRect" presStyleCnt="0"/>
      <dgm:spPr/>
    </dgm:pt>
    <dgm:pt modelId="{819131AB-53C1-4179-B4CC-E0AE967D7064}" type="pres">
      <dgm:prSet presAssocID="{92C2FA84-3249-4E96-A11A-33F93F1B55B5}" presName="parTx" presStyleLbl="revTx" presStyleIdx="1" presStyleCnt="4">
        <dgm:presLayoutVars>
          <dgm:chMax val="0"/>
          <dgm:chPref val="0"/>
        </dgm:presLayoutVars>
      </dgm:prSet>
      <dgm:spPr/>
    </dgm:pt>
    <dgm:pt modelId="{6D14ACEA-FD9C-4970-BBB5-2E6E00F75418}" type="pres">
      <dgm:prSet presAssocID="{D618173D-F100-4E79-89C8-87FB0AFFDD28}" presName="sibTrans" presStyleCnt="0"/>
      <dgm:spPr/>
    </dgm:pt>
    <dgm:pt modelId="{5C06E6ED-811E-4247-BA35-B32F8672E0B7}" type="pres">
      <dgm:prSet presAssocID="{32C9C601-16D9-4240-9C2C-1B74075208B3}" presName="compNode" presStyleCnt="0"/>
      <dgm:spPr/>
    </dgm:pt>
    <dgm:pt modelId="{9A5BD400-F10E-4C28-8338-47F8FEBC8851}" type="pres">
      <dgm:prSet presAssocID="{32C9C601-16D9-4240-9C2C-1B74075208B3}" presName="bgRect" presStyleLbl="bgShp" presStyleIdx="2" presStyleCnt="4"/>
      <dgm:spPr/>
    </dgm:pt>
    <dgm:pt modelId="{44BCE803-E015-4248-BB41-9DF4DFF488D9}" type="pres">
      <dgm:prSet presAssocID="{32C9C601-16D9-4240-9C2C-1B74075208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1FAAE10-B517-4725-B4E0-A44BF692B6A0}" type="pres">
      <dgm:prSet presAssocID="{32C9C601-16D9-4240-9C2C-1B74075208B3}" presName="spaceRect" presStyleCnt="0"/>
      <dgm:spPr/>
    </dgm:pt>
    <dgm:pt modelId="{017ECBA2-2761-46B9-9534-8DFBA8C08C32}" type="pres">
      <dgm:prSet presAssocID="{32C9C601-16D9-4240-9C2C-1B74075208B3}" presName="parTx" presStyleLbl="revTx" presStyleIdx="2" presStyleCnt="4">
        <dgm:presLayoutVars>
          <dgm:chMax val="0"/>
          <dgm:chPref val="0"/>
        </dgm:presLayoutVars>
      </dgm:prSet>
      <dgm:spPr/>
    </dgm:pt>
    <dgm:pt modelId="{CC8FFB6F-6028-4A0A-8B95-EECDEEE31FEC}" type="pres">
      <dgm:prSet presAssocID="{98C466DC-9AF5-46AA-9420-741CC2DB8DE7}" presName="sibTrans" presStyleCnt="0"/>
      <dgm:spPr/>
    </dgm:pt>
    <dgm:pt modelId="{61F677E4-3753-4671-9876-4B317C47E68F}" type="pres">
      <dgm:prSet presAssocID="{45F35618-AA39-40C8-B18A-227FACBDDA98}" presName="compNode" presStyleCnt="0"/>
      <dgm:spPr/>
    </dgm:pt>
    <dgm:pt modelId="{37DB60AD-9B9E-4D57-9F24-B69BDB78719F}" type="pres">
      <dgm:prSet presAssocID="{45F35618-AA39-40C8-B18A-227FACBDDA98}" presName="bgRect" presStyleLbl="bgShp" presStyleIdx="3" presStyleCnt="4"/>
      <dgm:spPr/>
    </dgm:pt>
    <dgm:pt modelId="{631C9D5F-A781-4D74-8320-40F4C54BDB11}" type="pres">
      <dgm:prSet presAssocID="{45F35618-AA39-40C8-B18A-227FACBDDA9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0DEAA087-71BA-4B83-8EC2-3EA826266A46}" type="pres">
      <dgm:prSet presAssocID="{45F35618-AA39-40C8-B18A-227FACBDDA98}" presName="spaceRect" presStyleCnt="0"/>
      <dgm:spPr/>
    </dgm:pt>
    <dgm:pt modelId="{1B751D94-BA33-4F30-949F-A3A623574151}" type="pres">
      <dgm:prSet presAssocID="{45F35618-AA39-40C8-B18A-227FACBDDA9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8D20128-7B90-4AF9-B4DD-4E0C8B9A2BCE}" type="presOf" srcId="{08F82C62-4E47-49CA-A999-B17C0491F108}" destId="{4AA38828-C0AE-4470-8321-A5B13E5355A2}" srcOrd="0" destOrd="0" presId="urn:microsoft.com/office/officeart/2018/2/layout/IconVerticalSolidList"/>
    <dgm:cxn modelId="{49F52162-4BEE-4715-BC4B-276CAC7566E0}" srcId="{08F82C62-4E47-49CA-A999-B17C0491F108}" destId="{92C2FA84-3249-4E96-A11A-33F93F1B55B5}" srcOrd="1" destOrd="0" parTransId="{424C9E97-4054-4932-9001-3188AAC8EFF5}" sibTransId="{D618173D-F100-4E79-89C8-87FB0AFFDD28}"/>
    <dgm:cxn modelId="{4345658C-3FAE-4C8B-9163-25D94017C4BB}" type="presOf" srcId="{45F35618-AA39-40C8-B18A-227FACBDDA98}" destId="{1B751D94-BA33-4F30-949F-A3A623574151}" srcOrd="0" destOrd="0" presId="urn:microsoft.com/office/officeart/2018/2/layout/IconVerticalSolidList"/>
    <dgm:cxn modelId="{76819294-1B3D-4E83-BA66-C6EB1CA7D01E}" type="presOf" srcId="{92C2FA84-3249-4E96-A11A-33F93F1B55B5}" destId="{819131AB-53C1-4179-B4CC-E0AE967D7064}" srcOrd="0" destOrd="0" presId="urn:microsoft.com/office/officeart/2018/2/layout/IconVerticalSolidList"/>
    <dgm:cxn modelId="{47CA3D99-D9C8-4B30-8ABF-5B6D4C82DDEA}" srcId="{08F82C62-4E47-49CA-A999-B17C0491F108}" destId="{45F35618-AA39-40C8-B18A-227FACBDDA98}" srcOrd="3" destOrd="0" parTransId="{BD0866D9-37A9-451C-8E40-10B2C50A3814}" sibTransId="{4F7E1BBE-200C-4781-8E94-A5FB0C14069A}"/>
    <dgm:cxn modelId="{EB069DA3-6672-498E-BAB9-64CE1C3AF6E9}" type="presOf" srcId="{DEAF428E-15EB-4F85-B55C-163F78B5E473}" destId="{CD9963B2-1F07-4EB7-BC2B-760F70125270}" srcOrd="0" destOrd="0" presId="urn:microsoft.com/office/officeart/2018/2/layout/IconVerticalSolidList"/>
    <dgm:cxn modelId="{571694A9-94BD-40EA-8729-CC908873A806}" type="presOf" srcId="{32C9C601-16D9-4240-9C2C-1B74075208B3}" destId="{017ECBA2-2761-46B9-9534-8DFBA8C08C32}" srcOrd="0" destOrd="0" presId="urn:microsoft.com/office/officeart/2018/2/layout/IconVerticalSolidList"/>
    <dgm:cxn modelId="{E86CE3C6-9B4A-4B18-8AD8-26F17A53ED68}" srcId="{08F82C62-4E47-49CA-A999-B17C0491F108}" destId="{32C9C601-16D9-4240-9C2C-1B74075208B3}" srcOrd="2" destOrd="0" parTransId="{1AD56BAC-CEDE-4288-B3D1-E1CF1004A891}" sibTransId="{98C466DC-9AF5-46AA-9420-741CC2DB8DE7}"/>
    <dgm:cxn modelId="{AC44AFE8-896B-46F3-8E8A-42660272F7A3}" srcId="{08F82C62-4E47-49CA-A999-B17C0491F108}" destId="{DEAF428E-15EB-4F85-B55C-163F78B5E473}" srcOrd="0" destOrd="0" parTransId="{363447C3-1177-4035-AD61-DC97F24DE218}" sibTransId="{CF8D3F3C-9ED5-4BDE-B6EB-09F12766F104}"/>
    <dgm:cxn modelId="{22DDDB4A-33C1-411B-BABF-0B9C00FCAA88}" type="presParOf" srcId="{4AA38828-C0AE-4470-8321-A5B13E5355A2}" destId="{6E74A02F-4AF0-4B7C-B9F9-ADBF814B6433}" srcOrd="0" destOrd="0" presId="urn:microsoft.com/office/officeart/2018/2/layout/IconVerticalSolidList"/>
    <dgm:cxn modelId="{532D964E-DEE7-4262-909E-18DFEE23903D}" type="presParOf" srcId="{6E74A02F-4AF0-4B7C-B9F9-ADBF814B6433}" destId="{2083E60F-50A3-450D-85E0-7EBAD62DBE5D}" srcOrd="0" destOrd="0" presId="urn:microsoft.com/office/officeart/2018/2/layout/IconVerticalSolidList"/>
    <dgm:cxn modelId="{9A2B0599-2884-411D-AC2F-11D69A46033B}" type="presParOf" srcId="{6E74A02F-4AF0-4B7C-B9F9-ADBF814B6433}" destId="{74811958-A28D-4A81-A223-E7E035117EA6}" srcOrd="1" destOrd="0" presId="urn:microsoft.com/office/officeart/2018/2/layout/IconVerticalSolidList"/>
    <dgm:cxn modelId="{04279C78-8B19-4E66-9E6E-F983F5B0FFBC}" type="presParOf" srcId="{6E74A02F-4AF0-4B7C-B9F9-ADBF814B6433}" destId="{715F1CD5-043F-46A6-A37A-5304F214E8FD}" srcOrd="2" destOrd="0" presId="urn:microsoft.com/office/officeart/2018/2/layout/IconVerticalSolidList"/>
    <dgm:cxn modelId="{F94B5581-B7AC-4F9B-B74D-79DA68C68496}" type="presParOf" srcId="{6E74A02F-4AF0-4B7C-B9F9-ADBF814B6433}" destId="{CD9963B2-1F07-4EB7-BC2B-760F70125270}" srcOrd="3" destOrd="0" presId="urn:microsoft.com/office/officeart/2018/2/layout/IconVerticalSolidList"/>
    <dgm:cxn modelId="{126FA791-3A1A-4669-9B36-D4E3AC0AD78F}" type="presParOf" srcId="{4AA38828-C0AE-4470-8321-A5B13E5355A2}" destId="{98286E0A-2D22-46B0-9313-926119837B83}" srcOrd="1" destOrd="0" presId="urn:microsoft.com/office/officeart/2018/2/layout/IconVerticalSolidList"/>
    <dgm:cxn modelId="{D116EB6C-0A0E-43A4-AFEF-D964543019BE}" type="presParOf" srcId="{4AA38828-C0AE-4470-8321-A5B13E5355A2}" destId="{5607D625-7AFC-4E37-9E8E-B4D866B051D7}" srcOrd="2" destOrd="0" presId="urn:microsoft.com/office/officeart/2018/2/layout/IconVerticalSolidList"/>
    <dgm:cxn modelId="{F564A3C5-0C7B-4F9A-8F9D-6E97E2AEE626}" type="presParOf" srcId="{5607D625-7AFC-4E37-9E8E-B4D866B051D7}" destId="{4CD32B53-D239-4503-BA35-5ED5BF5B18F3}" srcOrd="0" destOrd="0" presId="urn:microsoft.com/office/officeart/2018/2/layout/IconVerticalSolidList"/>
    <dgm:cxn modelId="{0960E27C-B620-4E49-B0DB-D96667B09E97}" type="presParOf" srcId="{5607D625-7AFC-4E37-9E8E-B4D866B051D7}" destId="{A38CB431-F649-4D56-BAA4-C02FB725D44A}" srcOrd="1" destOrd="0" presId="urn:microsoft.com/office/officeart/2018/2/layout/IconVerticalSolidList"/>
    <dgm:cxn modelId="{DB3E9EEB-1F07-4D24-B3F5-AC97CD5CA72F}" type="presParOf" srcId="{5607D625-7AFC-4E37-9E8E-B4D866B051D7}" destId="{041635C1-14BD-427A-8931-7D474C073651}" srcOrd="2" destOrd="0" presId="urn:microsoft.com/office/officeart/2018/2/layout/IconVerticalSolidList"/>
    <dgm:cxn modelId="{62677350-F4E5-4525-ADD6-A83268092AE1}" type="presParOf" srcId="{5607D625-7AFC-4E37-9E8E-B4D866B051D7}" destId="{819131AB-53C1-4179-B4CC-E0AE967D7064}" srcOrd="3" destOrd="0" presId="urn:microsoft.com/office/officeart/2018/2/layout/IconVerticalSolidList"/>
    <dgm:cxn modelId="{E8911990-9B0F-4FC7-A76F-10A7C82506EB}" type="presParOf" srcId="{4AA38828-C0AE-4470-8321-A5B13E5355A2}" destId="{6D14ACEA-FD9C-4970-BBB5-2E6E00F75418}" srcOrd="3" destOrd="0" presId="urn:microsoft.com/office/officeart/2018/2/layout/IconVerticalSolidList"/>
    <dgm:cxn modelId="{4DFEAEB1-5BC4-4AAF-A625-6DF130F9A6AF}" type="presParOf" srcId="{4AA38828-C0AE-4470-8321-A5B13E5355A2}" destId="{5C06E6ED-811E-4247-BA35-B32F8672E0B7}" srcOrd="4" destOrd="0" presId="urn:microsoft.com/office/officeart/2018/2/layout/IconVerticalSolidList"/>
    <dgm:cxn modelId="{9E56B0D7-1183-4A24-B089-2765485F30D0}" type="presParOf" srcId="{5C06E6ED-811E-4247-BA35-B32F8672E0B7}" destId="{9A5BD400-F10E-4C28-8338-47F8FEBC8851}" srcOrd="0" destOrd="0" presId="urn:microsoft.com/office/officeart/2018/2/layout/IconVerticalSolidList"/>
    <dgm:cxn modelId="{5B49DF00-463D-4C5C-8954-A0FA2138813C}" type="presParOf" srcId="{5C06E6ED-811E-4247-BA35-B32F8672E0B7}" destId="{44BCE803-E015-4248-BB41-9DF4DFF488D9}" srcOrd="1" destOrd="0" presId="urn:microsoft.com/office/officeart/2018/2/layout/IconVerticalSolidList"/>
    <dgm:cxn modelId="{50A70DB4-F6EE-46F6-A644-B512FF762AA2}" type="presParOf" srcId="{5C06E6ED-811E-4247-BA35-B32F8672E0B7}" destId="{91FAAE10-B517-4725-B4E0-A44BF692B6A0}" srcOrd="2" destOrd="0" presId="urn:microsoft.com/office/officeart/2018/2/layout/IconVerticalSolidList"/>
    <dgm:cxn modelId="{2255F684-E427-4DCD-9C0D-A3B3316B6AE3}" type="presParOf" srcId="{5C06E6ED-811E-4247-BA35-B32F8672E0B7}" destId="{017ECBA2-2761-46B9-9534-8DFBA8C08C32}" srcOrd="3" destOrd="0" presId="urn:microsoft.com/office/officeart/2018/2/layout/IconVerticalSolidList"/>
    <dgm:cxn modelId="{BE1F6A00-CB15-4709-886F-4BC691EDDB50}" type="presParOf" srcId="{4AA38828-C0AE-4470-8321-A5B13E5355A2}" destId="{CC8FFB6F-6028-4A0A-8B95-EECDEEE31FEC}" srcOrd="5" destOrd="0" presId="urn:microsoft.com/office/officeart/2018/2/layout/IconVerticalSolidList"/>
    <dgm:cxn modelId="{BB1A421D-93F7-48D2-BE4F-E2984E42F11B}" type="presParOf" srcId="{4AA38828-C0AE-4470-8321-A5B13E5355A2}" destId="{61F677E4-3753-4671-9876-4B317C47E68F}" srcOrd="6" destOrd="0" presId="urn:microsoft.com/office/officeart/2018/2/layout/IconVerticalSolidList"/>
    <dgm:cxn modelId="{58E73261-9DFE-4A18-9598-3C68C0E44FAA}" type="presParOf" srcId="{61F677E4-3753-4671-9876-4B317C47E68F}" destId="{37DB60AD-9B9E-4D57-9F24-B69BDB78719F}" srcOrd="0" destOrd="0" presId="urn:microsoft.com/office/officeart/2018/2/layout/IconVerticalSolidList"/>
    <dgm:cxn modelId="{02064192-1810-4B17-B9A1-BD91A0D04EF9}" type="presParOf" srcId="{61F677E4-3753-4671-9876-4B317C47E68F}" destId="{631C9D5F-A781-4D74-8320-40F4C54BDB11}" srcOrd="1" destOrd="0" presId="urn:microsoft.com/office/officeart/2018/2/layout/IconVerticalSolidList"/>
    <dgm:cxn modelId="{F7F32A8D-EA88-4DEB-8532-CE502C1C65B0}" type="presParOf" srcId="{61F677E4-3753-4671-9876-4B317C47E68F}" destId="{0DEAA087-71BA-4B83-8EC2-3EA826266A46}" srcOrd="2" destOrd="0" presId="urn:microsoft.com/office/officeart/2018/2/layout/IconVerticalSolidList"/>
    <dgm:cxn modelId="{9189539E-7917-4496-944E-CFA9B678E079}" type="presParOf" srcId="{61F677E4-3753-4671-9876-4B317C47E68F}" destId="{1B751D94-BA33-4F30-949F-A3A6235741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20D2B1-94D0-4C10-8127-BDF7A2794D0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9257DC-F4C7-42F6-A462-EB3802E394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Textbook (e.g., Elmasri &amp; Navathe, </a:t>
          </a:r>
          <a:r>
            <a:rPr lang="en-US" i="1"/>
            <a:t>Fundamentals of Database Systems</a:t>
          </a:r>
          <a:r>
            <a:rPr lang="en-US"/>
            <a:t> — check what your course uses)</a:t>
          </a:r>
        </a:p>
      </dgm:t>
    </dgm:pt>
    <dgm:pt modelId="{34E86995-B238-4A86-8A8B-CC480256D19B}" type="parTrans" cxnId="{8D0345C6-862C-4C86-832F-9961CBFBA47B}">
      <dgm:prSet/>
      <dgm:spPr/>
      <dgm:t>
        <a:bodyPr/>
        <a:lstStyle/>
        <a:p>
          <a:endParaRPr lang="en-US"/>
        </a:p>
      </dgm:t>
    </dgm:pt>
    <dgm:pt modelId="{F761F7DD-43AE-4FA2-AA34-5030C96F2246}" type="sibTrans" cxnId="{8D0345C6-862C-4C86-832F-9961CBFBA47B}">
      <dgm:prSet/>
      <dgm:spPr/>
      <dgm:t>
        <a:bodyPr/>
        <a:lstStyle/>
        <a:p>
          <a:endParaRPr lang="en-US"/>
        </a:p>
      </dgm:t>
    </dgm:pt>
    <dgm:pt modelId="{141712B5-514B-4F24-BCE6-A973F438E6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Any article/documentation you actually read</a:t>
          </a:r>
        </a:p>
      </dgm:t>
    </dgm:pt>
    <dgm:pt modelId="{5C5F26F3-FCC5-46E0-8A29-456F9F8EF0BC}" type="parTrans" cxnId="{D3C3C830-2462-4B9B-A433-2FAD39BCC66F}">
      <dgm:prSet/>
      <dgm:spPr/>
      <dgm:t>
        <a:bodyPr/>
        <a:lstStyle/>
        <a:p>
          <a:endParaRPr lang="en-US"/>
        </a:p>
      </dgm:t>
    </dgm:pt>
    <dgm:pt modelId="{DAAC3A1C-C135-43EA-846B-B0982B3563AC}" type="sibTrans" cxnId="{D3C3C830-2462-4B9B-A433-2FAD39BCC66F}">
      <dgm:prSet/>
      <dgm:spPr/>
      <dgm:t>
        <a:bodyPr/>
        <a:lstStyle/>
        <a:p>
          <a:endParaRPr lang="en-US"/>
        </a:p>
      </dgm:t>
    </dgm:pt>
    <dgm:pt modelId="{59A0591C-D4F9-4B76-B3FF-F67B3436B5D2}" type="pres">
      <dgm:prSet presAssocID="{FB20D2B1-94D0-4C10-8127-BDF7A2794D02}" presName="outerComposite" presStyleCnt="0">
        <dgm:presLayoutVars>
          <dgm:chMax val="5"/>
          <dgm:dir/>
          <dgm:resizeHandles val="exact"/>
        </dgm:presLayoutVars>
      </dgm:prSet>
      <dgm:spPr/>
    </dgm:pt>
    <dgm:pt modelId="{FA86F91C-95B4-40E8-A1CA-61E05E668347}" type="pres">
      <dgm:prSet presAssocID="{FB20D2B1-94D0-4C10-8127-BDF7A2794D02}" presName="dummyMaxCanvas" presStyleCnt="0">
        <dgm:presLayoutVars/>
      </dgm:prSet>
      <dgm:spPr/>
    </dgm:pt>
    <dgm:pt modelId="{B8276DAF-6637-4D8B-A4A1-D0AB33DB45CA}" type="pres">
      <dgm:prSet presAssocID="{FB20D2B1-94D0-4C10-8127-BDF7A2794D02}" presName="TwoNodes_1" presStyleLbl="node1" presStyleIdx="0" presStyleCnt="2">
        <dgm:presLayoutVars>
          <dgm:bulletEnabled val="1"/>
        </dgm:presLayoutVars>
      </dgm:prSet>
      <dgm:spPr/>
    </dgm:pt>
    <dgm:pt modelId="{802517F4-0F71-4F3B-98BA-CE05D4456FB7}" type="pres">
      <dgm:prSet presAssocID="{FB20D2B1-94D0-4C10-8127-BDF7A2794D02}" presName="TwoNodes_2" presStyleLbl="node1" presStyleIdx="1" presStyleCnt="2">
        <dgm:presLayoutVars>
          <dgm:bulletEnabled val="1"/>
        </dgm:presLayoutVars>
      </dgm:prSet>
      <dgm:spPr/>
    </dgm:pt>
    <dgm:pt modelId="{A25A6F17-EBAC-436A-9FF0-66F53A523F4F}" type="pres">
      <dgm:prSet presAssocID="{FB20D2B1-94D0-4C10-8127-BDF7A2794D02}" presName="TwoConn_1-2" presStyleLbl="fgAccFollowNode1" presStyleIdx="0" presStyleCnt="1">
        <dgm:presLayoutVars>
          <dgm:bulletEnabled val="1"/>
        </dgm:presLayoutVars>
      </dgm:prSet>
      <dgm:spPr/>
    </dgm:pt>
    <dgm:pt modelId="{5274F5E4-4044-4FA9-BE39-AB639FCCBDC5}" type="pres">
      <dgm:prSet presAssocID="{FB20D2B1-94D0-4C10-8127-BDF7A2794D02}" presName="TwoNodes_1_text" presStyleLbl="node1" presStyleIdx="1" presStyleCnt="2">
        <dgm:presLayoutVars>
          <dgm:bulletEnabled val="1"/>
        </dgm:presLayoutVars>
      </dgm:prSet>
      <dgm:spPr/>
    </dgm:pt>
    <dgm:pt modelId="{8467FEA6-412B-478E-BDB5-CC23D2BFAA01}" type="pres">
      <dgm:prSet presAssocID="{FB20D2B1-94D0-4C10-8127-BDF7A2794D0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2DB4ED15-E7F5-4E50-BF27-51128866593B}" type="presOf" srcId="{141712B5-514B-4F24-BCE6-A973F438E644}" destId="{802517F4-0F71-4F3B-98BA-CE05D4456FB7}" srcOrd="0" destOrd="0" presId="urn:microsoft.com/office/officeart/2005/8/layout/vProcess5"/>
    <dgm:cxn modelId="{047CF71D-9560-4F44-94AA-EBB223B02DC1}" type="presOf" srcId="{FB20D2B1-94D0-4C10-8127-BDF7A2794D02}" destId="{59A0591C-D4F9-4B76-B3FF-F67B3436B5D2}" srcOrd="0" destOrd="0" presId="urn:microsoft.com/office/officeart/2005/8/layout/vProcess5"/>
    <dgm:cxn modelId="{AEF4952C-5378-47B3-8A9E-F1CB285151D2}" type="presOf" srcId="{F761F7DD-43AE-4FA2-AA34-5030C96F2246}" destId="{A25A6F17-EBAC-436A-9FF0-66F53A523F4F}" srcOrd="0" destOrd="0" presId="urn:microsoft.com/office/officeart/2005/8/layout/vProcess5"/>
    <dgm:cxn modelId="{D3C3C830-2462-4B9B-A433-2FAD39BCC66F}" srcId="{FB20D2B1-94D0-4C10-8127-BDF7A2794D02}" destId="{141712B5-514B-4F24-BCE6-A973F438E644}" srcOrd="1" destOrd="0" parTransId="{5C5F26F3-FCC5-46E0-8A29-456F9F8EF0BC}" sibTransId="{DAAC3A1C-C135-43EA-846B-B0982B3563AC}"/>
    <dgm:cxn modelId="{90C83E3B-FC8E-469A-8BED-A8EC0A1874C7}" type="presOf" srcId="{809257DC-F4C7-42F6-A462-EB3802E39415}" destId="{5274F5E4-4044-4FA9-BE39-AB639FCCBDC5}" srcOrd="1" destOrd="0" presId="urn:microsoft.com/office/officeart/2005/8/layout/vProcess5"/>
    <dgm:cxn modelId="{085F8B60-639B-477E-9892-CDAAF4EAD150}" type="presOf" srcId="{809257DC-F4C7-42F6-A462-EB3802E39415}" destId="{B8276DAF-6637-4D8B-A4A1-D0AB33DB45CA}" srcOrd="0" destOrd="0" presId="urn:microsoft.com/office/officeart/2005/8/layout/vProcess5"/>
    <dgm:cxn modelId="{1A14DEBB-9AAF-4A50-AA29-3D682D85A78D}" type="presOf" srcId="{141712B5-514B-4F24-BCE6-A973F438E644}" destId="{8467FEA6-412B-478E-BDB5-CC23D2BFAA01}" srcOrd="1" destOrd="0" presId="urn:microsoft.com/office/officeart/2005/8/layout/vProcess5"/>
    <dgm:cxn modelId="{8D0345C6-862C-4C86-832F-9961CBFBA47B}" srcId="{FB20D2B1-94D0-4C10-8127-BDF7A2794D02}" destId="{809257DC-F4C7-42F6-A462-EB3802E39415}" srcOrd="0" destOrd="0" parTransId="{34E86995-B238-4A86-8A8B-CC480256D19B}" sibTransId="{F761F7DD-43AE-4FA2-AA34-5030C96F2246}"/>
    <dgm:cxn modelId="{54FCF15F-E078-43EB-A03B-4BD99E1F4D4C}" type="presParOf" srcId="{59A0591C-D4F9-4B76-B3FF-F67B3436B5D2}" destId="{FA86F91C-95B4-40E8-A1CA-61E05E668347}" srcOrd="0" destOrd="0" presId="urn:microsoft.com/office/officeart/2005/8/layout/vProcess5"/>
    <dgm:cxn modelId="{8E9DBC86-FDA4-442C-9BA0-0450127C7ED3}" type="presParOf" srcId="{59A0591C-D4F9-4B76-B3FF-F67B3436B5D2}" destId="{B8276DAF-6637-4D8B-A4A1-D0AB33DB45CA}" srcOrd="1" destOrd="0" presId="urn:microsoft.com/office/officeart/2005/8/layout/vProcess5"/>
    <dgm:cxn modelId="{7302AFA3-2402-472D-A9A4-D2396344D0C0}" type="presParOf" srcId="{59A0591C-D4F9-4B76-B3FF-F67B3436B5D2}" destId="{802517F4-0F71-4F3B-98BA-CE05D4456FB7}" srcOrd="2" destOrd="0" presId="urn:microsoft.com/office/officeart/2005/8/layout/vProcess5"/>
    <dgm:cxn modelId="{E2B9E27F-25D6-4E39-8D82-28F28C207784}" type="presParOf" srcId="{59A0591C-D4F9-4B76-B3FF-F67B3436B5D2}" destId="{A25A6F17-EBAC-436A-9FF0-66F53A523F4F}" srcOrd="3" destOrd="0" presId="urn:microsoft.com/office/officeart/2005/8/layout/vProcess5"/>
    <dgm:cxn modelId="{92C03960-1B6E-49CD-A799-C85F0B726942}" type="presParOf" srcId="{59A0591C-D4F9-4B76-B3FF-F67B3436B5D2}" destId="{5274F5E4-4044-4FA9-BE39-AB639FCCBDC5}" srcOrd="4" destOrd="0" presId="urn:microsoft.com/office/officeart/2005/8/layout/vProcess5"/>
    <dgm:cxn modelId="{2D25ED17-1B0E-458D-ABB4-D23293A9DA4B}" type="presParOf" srcId="{59A0591C-D4F9-4B76-B3FF-F67B3436B5D2}" destId="{8467FEA6-412B-478E-BDB5-CC23D2BFAA0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48AA1-3245-4CC9-B750-2BD49ED5DA4F}">
      <dsp:nvSpPr>
        <dsp:cNvPr id="0" name=""/>
        <dsp:cNvSpPr/>
      </dsp:nvSpPr>
      <dsp:spPr>
        <a:xfrm>
          <a:off x="1329" y="0"/>
          <a:ext cx="5184890" cy="37388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4234" tIns="330200" rIns="40423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way of organizing and structuring data so a computer can store and retrieve it.</a:t>
          </a:r>
        </a:p>
      </dsp:txBody>
      <dsp:txXfrm>
        <a:off x="1329" y="1420769"/>
        <a:ext cx="5184890" cy="2243320"/>
      </dsp:txXfrm>
    </dsp:sp>
    <dsp:sp modelId="{22285FAD-50BE-4618-AB71-4AF1DB6A16D4}">
      <dsp:nvSpPr>
        <dsp:cNvPr id="0" name=""/>
        <dsp:cNvSpPr/>
      </dsp:nvSpPr>
      <dsp:spPr>
        <a:xfrm>
          <a:off x="2032944" y="373886"/>
          <a:ext cx="1121660" cy="11216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197207" y="538149"/>
        <a:ext cx="793134" cy="793134"/>
      </dsp:txXfrm>
    </dsp:sp>
    <dsp:sp modelId="{9FFD2C37-19F3-4485-9B47-807C920C73C0}">
      <dsp:nvSpPr>
        <dsp:cNvPr id="0" name=""/>
        <dsp:cNvSpPr/>
      </dsp:nvSpPr>
      <dsp:spPr>
        <a:xfrm>
          <a:off x="1329" y="3738796"/>
          <a:ext cx="5184890" cy="72"/>
        </a:xfrm>
        <a:prstGeom prst="rect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8EC21-84B8-48AE-BD45-A78DE89791D2}">
      <dsp:nvSpPr>
        <dsp:cNvPr id="0" name=""/>
        <dsp:cNvSpPr/>
      </dsp:nvSpPr>
      <dsp:spPr>
        <a:xfrm>
          <a:off x="5704709" y="0"/>
          <a:ext cx="5184890" cy="3738868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4234" tIns="330200" rIns="40423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hierarchical model is one of the earliest (used in IBM’s IMS system, 1960s–70s).</a:t>
          </a:r>
        </a:p>
      </dsp:txBody>
      <dsp:txXfrm>
        <a:off x="5704709" y="1420769"/>
        <a:ext cx="5184890" cy="2243320"/>
      </dsp:txXfrm>
    </dsp:sp>
    <dsp:sp modelId="{D6404EFF-62C7-430E-8991-08D9171073D6}">
      <dsp:nvSpPr>
        <dsp:cNvPr id="0" name=""/>
        <dsp:cNvSpPr/>
      </dsp:nvSpPr>
      <dsp:spPr>
        <a:xfrm>
          <a:off x="7736324" y="373886"/>
          <a:ext cx="1121660" cy="1121660"/>
        </a:xfrm>
        <a:prstGeom prst="ellips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900587" y="538149"/>
        <a:ext cx="793134" cy="793134"/>
      </dsp:txXfrm>
    </dsp:sp>
    <dsp:sp modelId="{F3C9932A-FBB7-4631-8FE9-0AA1A3389EFB}">
      <dsp:nvSpPr>
        <dsp:cNvPr id="0" name=""/>
        <dsp:cNvSpPr/>
      </dsp:nvSpPr>
      <dsp:spPr>
        <a:xfrm>
          <a:off x="5704709" y="3738796"/>
          <a:ext cx="5184890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D10BF-8655-4A31-B9C4-AD2BDE9495E3}">
      <dsp:nvSpPr>
        <dsp:cNvPr id="0" name=""/>
        <dsp:cNvSpPr/>
      </dsp:nvSpPr>
      <dsp:spPr>
        <a:xfrm>
          <a:off x="0" y="4120"/>
          <a:ext cx="10890928" cy="1130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Data is organized like an upside-down tree.</a:t>
          </a:r>
        </a:p>
      </dsp:txBody>
      <dsp:txXfrm>
        <a:off x="55176" y="59296"/>
        <a:ext cx="10780576" cy="1019941"/>
      </dsp:txXfrm>
    </dsp:sp>
    <dsp:sp modelId="{AD7D9B1E-C81F-4C77-B338-D8ADE050AFB3}">
      <dsp:nvSpPr>
        <dsp:cNvPr id="0" name=""/>
        <dsp:cNvSpPr/>
      </dsp:nvSpPr>
      <dsp:spPr>
        <a:xfrm>
          <a:off x="0" y="1217933"/>
          <a:ext cx="10890928" cy="1130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One “root” record at the top, with “child” records branching below it.</a:t>
          </a:r>
        </a:p>
      </dsp:txBody>
      <dsp:txXfrm>
        <a:off x="55176" y="1273109"/>
        <a:ext cx="10780576" cy="1019941"/>
      </dsp:txXfrm>
    </dsp:sp>
    <dsp:sp modelId="{5375375B-D4CF-4140-8210-4D6B5F29F242}">
      <dsp:nvSpPr>
        <dsp:cNvPr id="0" name=""/>
        <dsp:cNvSpPr/>
      </dsp:nvSpPr>
      <dsp:spPr>
        <a:xfrm>
          <a:off x="0" y="2431746"/>
          <a:ext cx="10890928" cy="1130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Analogy: a company org chart, or folders and subfolders on your computer.</a:t>
          </a:r>
        </a:p>
      </dsp:txBody>
      <dsp:txXfrm>
        <a:off x="55176" y="2486922"/>
        <a:ext cx="10780576" cy="10199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8D15D-1D4D-4CC2-898D-909AC710D4E2}">
      <dsp:nvSpPr>
        <dsp:cNvPr id="0" name=""/>
        <dsp:cNvSpPr/>
      </dsp:nvSpPr>
      <dsp:spPr>
        <a:xfrm>
          <a:off x="850" y="0"/>
          <a:ext cx="3445957" cy="3566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Every child record has exactly </a:t>
          </a:r>
          <a:r>
            <a:rPr lang="en-US" sz="2600" b="1" kern="1200"/>
            <a:t>one</a:t>
          </a:r>
          <a:r>
            <a:rPr lang="en-US" sz="2600" kern="1200"/>
            <a:t> parent.</a:t>
          </a:r>
        </a:p>
      </dsp:txBody>
      <dsp:txXfrm>
        <a:off x="850" y="1426464"/>
        <a:ext cx="3445957" cy="2139696"/>
      </dsp:txXfrm>
    </dsp:sp>
    <dsp:sp modelId="{3563C799-1153-47AD-AC77-5C42EC40E324}">
      <dsp:nvSpPr>
        <dsp:cNvPr id="0" name=""/>
        <dsp:cNvSpPr/>
      </dsp:nvSpPr>
      <dsp:spPr>
        <a:xfrm>
          <a:off x="850" y="0"/>
          <a:ext cx="3445957" cy="14264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0" y="0"/>
        <a:ext cx="3445957" cy="1426464"/>
      </dsp:txXfrm>
    </dsp:sp>
    <dsp:sp modelId="{E4155CD8-C354-499A-B107-63AAE52BA810}">
      <dsp:nvSpPr>
        <dsp:cNvPr id="0" name=""/>
        <dsp:cNvSpPr/>
      </dsp:nvSpPr>
      <dsp:spPr>
        <a:xfrm>
          <a:off x="3722485" y="0"/>
          <a:ext cx="3445957" cy="3566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parent can have </a:t>
          </a:r>
          <a:r>
            <a:rPr lang="en-US" sz="2600" b="1" kern="1200"/>
            <a:t>many</a:t>
          </a:r>
          <a:r>
            <a:rPr lang="en-US" sz="2600" kern="1200"/>
            <a:t> children (this is called a “one-to-many” relationship).</a:t>
          </a:r>
        </a:p>
      </dsp:txBody>
      <dsp:txXfrm>
        <a:off x="3722485" y="1426464"/>
        <a:ext cx="3445957" cy="2139696"/>
      </dsp:txXfrm>
    </dsp:sp>
    <dsp:sp modelId="{B77123F1-4472-4075-B6CA-B6D1074DF096}">
      <dsp:nvSpPr>
        <dsp:cNvPr id="0" name=""/>
        <dsp:cNvSpPr/>
      </dsp:nvSpPr>
      <dsp:spPr>
        <a:xfrm>
          <a:off x="3722485" y="0"/>
          <a:ext cx="3445957" cy="14264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2485" y="0"/>
        <a:ext cx="3445957" cy="1426464"/>
      </dsp:txXfrm>
    </dsp:sp>
    <dsp:sp modelId="{A94E8C0F-BF1D-425D-8A1B-DE0794E6B315}">
      <dsp:nvSpPr>
        <dsp:cNvPr id="0" name=""/>
        <dsp:cNvSpPr/>
      </dsp:nvSpPr>
      <dsp:spPr>
        <a:xfrm>
          <a:off x="7444119" y="0"/>
          <a:ext cx="3445957" cy="3566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child can have two parents — that’s the defining restriction.</a:t>
          </a:r>
        </a:p>
      </dsp:txBody>
      <dsp:txXfrm>
        <a:off x="7444119" y="1426464"/>
        <a:ext cx="3445957" cy="2139696"/>
      </dsp:txXfrm>
    </dsp:sp>
    <dsp:sp modelId="{AFCE0FA1-F6D5-44D9-9527-9DD7F4AD584A}">
      <dsp:nvSpPr>
        <dsp:cNvPr id="0" name=""/>
        <dsp:cNvSpPr/>
      </dsp:nvSpPr>
      <dsp:spPr>
        <a:xfrm>
          <a:off x="7444119" y="0"/>
          <a:ext cx="3445957" cy="14264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4119" y="0"/>
        <a:ext cx="3445957" cy="1426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3463B-E17F-48CE-AC9A-D53EB896A4F0}">
      <dsp:nvSpPr>
        <dsp:cNvPr id="0" name=""/>
        <dsp:cNvSpPr/>
      </dsp:nvSpPr>
      <dsp:spPr>
        <a:xfrm>
          <a:off x="0" y="579500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DBF96-458D-434A-83FA-892CFCE53B92}">
      <dsp:nvSpPr>
        <dsp:cNvPr id="0" name=""/>
        <dsp:cNvSpPr/>
      </dsp:nvSpPr>
      <dsp:spPr>
        <a:xfrm>
          <a:off x="323629" y="820216"/>
          <a:ext cx="588416" cy="588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407A5-0C43-412C-B6D6-AE30D848F018}">
      <dsp:nvSpPr>
        <dsp:cNvPr id="0" name=""/>
        <dsp:cNvSpPr/>
      </dsp:nvSpPr>
      <dsp:spPr>
        <a:xfrm>
          <a:off x="1235674" y="579500"/>
          <a:ext cx="9655253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find a record, you start at the root and walk down the tree, level by level.</a:t>
          </a:r>
        </a:p>
      </dsp:txBody>
      <dsp:txXfrm>
        <a:off x="1235674" y="579500"/>
        <a:ext cx="9655253" cy="1069848"/>
      </dsp:txXfrm>
    </dsp:sp>
    <dsp:sp modelId="{94322D9C-5E25-4D70-B880-27FC92578E54}">
      <dsp:nvSpPr>
        <dsp:cNvPr id="0" name=""/>
        <dsp:cNvSpPr/>
      </dsp:nvSpPr>
      <dsp:spPr>
        <a:xfrm>
          <a:off x="0" y="1916811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30E8B-CD04-400B-B4CD-F5B882B5993C}">
      <dsp:nvSpPr>
        <dsp:cNvPr id="0" name=""/>
        <dsp:cNvSpPr/>
      </dsp:nvSpPr>
      <dsp:spPr>
        <a:xfrm>
          <a:off x="323629" y="2157526"/>
          <a:ext cx="588416" cy="588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9B6FD-9470-40F6-86BC-515A2B753A7E}">
      <dsp:nvSpPr>
        <dsp:cNvPr id="0" name=""/>
        <dsp:cNvSpPr/>
      </dsp:nvSpPr>
      <dsp:spPr>
        <a:xfrm>
          <a:off x="1235674" y="1916811"/>
          <a:ext cx="9655253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to find “Student records,” you must go School → Department → Teacher → Student. You can’t jump directly.</a:t>
          </a:r>
        </a:p>
      </dsp:txBody>
      <dsp:txXfrm>
        <a:off x="1235674" y="1916811"/>
        <a:ext cx="9655253" cy="10698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2B2D1-3AB7-4CE3-AFCA-FF1025E36C81}">
      <dsp:nvSpPr>
        <dsp:cNvPr id="0" name=""/>
        <dsp:cNvSpPr/>
      </dsp:nvSpPr>
      <dsp:spPr>
        <a:xfrm>
          <a:off x="850" y="0"/>
          <a:ext cx="3445958" cy="37388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Simple and fast when relationships are naturally hierarchical (e.g., org charts, file directories)</a:t>
          </a:r>
        </a:p>
      </dsp:txBody>
      <dsp:txXfrm>
        <a:off x="850" y="1495547"/>
        <a:ext cx="3445958" cy="2243320"/>
      </dsp:txXfrm>
    </dsp:sp>
    <dsp:sp modelId="{3343342F-861F-4F91-AE3C-14F096CE5D4D}">
      <dsp:nvSpPr>
        <dsp:cNvPr id="0" name=""/>
        <dsp:cNvSpPr/>
      </dsp:nvSpPr>
      <dsp:spPr>
        <a:xfrm>
          <a:off x="850" y="0"/>
          <a:ext cx="3445958" cy="149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0" y="0"/>
        <a:ext cx="3445958" cy="1495547"/>
      </dsp:txXfrm>
    </dsp:sp>
    <dsp:sp modelId="{B79F2B88-9CDD-48AB-A0EC-66990477B29D}">
      <dsp:nvSpPr>
        <dsp:cNvPr id="0" name=""/>
        <dsp:cNvSpPr/>
      </dsp:nvSpPr>
      <dsp:spPr>
        <a:xfrm>
          <a:off x="3722485" y="0"/>
          <a:ext cx="3445958" cy="37388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Fast retrieval if you’re searching top-down</a:t>
          </a:r>
        </a:p>
      </dsp:txBody>
      <dsp:txXfrm>
        <a:off x="3722485" y="1495547"/>
        <a:ext cx="3445958" cy="2243320"/>
      </dsp:txXfrm>
    </dsp:sp>
    <dsp:sp modelId="{A08C0D16-F5B6-4E53-AA34-107AA8F6E5CF}">
      <dsp:nvSpPr>
        <dsp:cNvPr id="0" name=""/>
        <dsp:cNvSpPr/>
      </dsp:nvSpPr>
      <dsp:spPr>
        <a:xfrm>
          <a:off x="3722485" y="0"/>
          <a:ext cx="3445958" cy="149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2485" y="0"/>
        <a:ext cx="3445958" cy="1495547"/>
      </dsp:txXfrm>
    </dsp:sp>
    <dsp:sp modelId="{1062B308-8797-4854-BFC3-3FE60B108295}">
      <dsp:nvSpPr>
        <dsp:cNvPr id="0" name=""/>
        <dsp:cNvSpPr/>
      </dsp:nvSpPr>
      <dsp:spPr>
        <a:xfrm>
          <a:off x="7444120" y="0"/>
          <a:ext cx="3445958" cy="37388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Easy to understand conceptually — mirrors real-world trees</a:t>
          </a:r>
        </a:p>
      </dsp:txBody>
      <dsp:txXfrm>
        <a:off x="7444120" y="1495547"/>
        <a:ext cx="3445958" cy="2243320"/>
      </dsp:txXfrm>
    </dsp:sp>
    <dsp:sp modelId="{50598CA9-AD93-47BA-937F-C0EDA4BEF5AF}">
      <dsp:nvSpPr>
        <dsp:cNvPr id="0" name=""/>
        <dsp:cNvSpPr/>
      </dsp:nvSpPr>
      <dsp:spPr>
        <a:xfrm>
          <a:off x="7444120" y="0"/>
          <a:ext cx="3445958" cy="149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4120" y="0"/>
        <a:ext cx="3445958" cy="14955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3E60F-50A3-450D-85E0-7EBAD62DBE5D}">
      <dsp:nvSpPr>
        <dsp:cNvPr id="0" name=""/>
        <dsp:cNvSpPr/>
      </dsp:nvSpPr>
      <dsp:spPr>
        <a:xfrm>
          <a:off x="0" y="1480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11958-A28D-4A81-A223-E7E035117EA6}">
      <dsp:nvSpPr>
        <dsp:cNvPr id="0" name=""/>
        <dsp:cNvSpPr/>
      </dsp:nvSpPr>
      <dsp:spPr>
        <a:xfrm>
          <a:off x="226919" y="170263"/>
          <a:ext cx="412581" cy="412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963B2-1F07-4EB7-BC2B-760F70125270}">
      <dsp:nvSpPr>
        <dsp:cNvPr id="0" name=""/>
        <dsp:cNvSpPr/>
      </dsp:nvSpPr>
      <dsp:spPr>
        <a:xfrm>
          <a:off x="866420" y="1480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Can’t easily represent many-to-many relationships (e.g., a student enrolled in many courses, each course having many students) — this model forces everything into one parent</a:t>
          </a:r>
        </a:p>
      </dsp:txBody>
      <dsp:txXfrm>
        <a:off x="866420" y="1480"/>
        <a:ext cx="10024507" cy="750147"/>
      </dsp:txXfrm>
    </dsp:sp>
    <dsp:sp modelId="{4CD32B53-D239-4503-BA35-5ED5BF5B18F3}">
      <dsp:nvSpPr>
        <dsp:cNvPr id="0" name=""/>
        <dsp:cNvSpPr/>
      </dsp:nvSpPr>
      <dsp:spPr>
        <a:xfrm>
          <a:off x="0" y="939164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CB431-F649-4D56-BAA4-C02FB725D44A}">
      <dsp:nvSpPr>
        <dsp:cNvPr id="0" name=""/>
        <dsp:cNvSpPr/>
      </dsp:nvSpPr>
      <dsp:spPr>
        <a:xfrm>
          <a:off x="226919" y="1107947"/>
          <a:ext cx="412581" cy="412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131AB-53C1-4179-B4CC-E0AE967D7064}">
      <dsp:nvSpPr>
        <dsp:cNvPr id="0" name=""/>
        <dsp:cNvSpPr/>
      </dsp:nvSpPr>
      <dsp:spPr>
        <a:xfrm>
          <a:off x="866420" y="939164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Redundancy: if a record needs to appear under two different parents, it must be duplicated</a:t>
          </a:r>
        </a:p>
      </dsp:txBody>
      <dsp:txXfrm>
        <a:off x="866420" y="939164"/>
        <a:ext cx="10024507" cy="750147"/>
      </dsp:txXfrm>
    </dsp:sp>
    <dsp:sp modelId="{9A5BD400-F10E-4C28-8338-47F8FEBC8851}">
      <dsp:nvSpPr>
        <dsp:cNvPr id="0" name=""/>
        <dsp:cNvSpPr/>
      </dsp:nvSpPr>
      <dsp:spPr>
        <a:xfrm>
          <a:off x="0" y="1876848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CE803-E015-4248-BB41-9DF4DFF488D9}">
      <dsp:nvSpPr>
        <dsp:cNvPr id="0" name=""/>
        <dsp:cNvSpPr/>
      </dsp:nvSpPr>
      <dsp:spPr>
        <a:xfrm>
          <a:off x="226919" y="2045631"/>
          <a:ext cx="412581" cy="412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ECBA2-2761-46B9-9534-8DFBA8C08C32}">
      <dsp:nvSpPr>
        <dsp:cNvPr id="0" name=""/>
        <dsp:cNvSpPr/>
      </dsp:nvSpPr>
      <dsp:spPr>
        <a:xfrm>
          <a:off x="866420" y="1876848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Rigid structure — hard to reorganize or query in unexpected ways</a:t>
          </a:r>
        </a:p>
      </dsp:txBody>
      <dsp:txXfrm>
        <a:off x="866420" y="1876848"/>
        <a:ext cx="10024507" cy="750147"/>
      </dsp:txXfrm>
    </dsp:sp>
    <dsp:sp modelId="{37DB60AD-9B9E-4D57-9F24-B69BDB78719F}">
      <dsp:nvSpPr>
        <dsp:cNvPr id="0" name=""/>
        <dsp:cNvSpPr/>
      </dsp:nvSpPr>
      <dsp:spPr>
        <a:xfrm>
          <a:off x="0" y="2814532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C9D5F-A781-4D74-8320-40F4C54BDB11}">
      <dsp:nvSpPr>
        <dsp:cNvPr id="0" name=""/>
        <dsp:cNvSpPr/>
      </dsp:nvSpPr>
      <dsp:spPr>
        <a:xfrm>
          <a:off x="226919" y="2983315"/>
          <a:ext cx="412581" cy="412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51D94-BA33-4F30-949F-A3A623574151}">
      <dsp:nvSpPr>
        <dsp:cNvPr id="0" name=""/>
        <dsp:cNvSpPr/>
      </dsp:nvSpPr>
      <dsp:spPr>
        <a:xfrm>
          <a:off x="866420" y="2814532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Deleting a parent deletes all its children (even if you only wanted to remove the parent)</a:t>
          </a:r>
        </a:p>
      </dsp:txBody>
      <dsp:txXfrm>
        <a:off x="866420" y="2814532"/>
        <a:ext cx="10024507" cy="7501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76DAF-6637-4D8B-A4A1-D0AB33DB45CA}">
      <dsp:nvSpPr>
        <dsp:cNvPr id="0" name=""/>
        <dsp:cNvSpPr/>
      </dsp:nvSpPr>
      <dsp:spPr>
        <a:xfrm>
          <a:off x="0" y="0"/>
          <a:ext cx="9257289" cy="16824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Textbook (e.g., Elmasri &amp; Navathe, </a:t>
          </a:r>
          <a:r>
            <a:rPr lang="en-US" sz="2900" i="1" kern="1200"/>
            <a:t>Fundamentals of Database Systems</a:t>
          </a:r>
          <a:r>
            <a:rPr lang="en-US" sz="2900" kern="1200"/>
            <a:t> — check what your course uses)</a:t>
          </a:r>
        </a:p>
      </dsp:txBody>
      <dsp:txXfrm>
        <a:off x="49278" y="49278"/>
        <a:ext cx="7518307" cy="1583932"/>
      </dsp:txXfrm>
    </dsp:sp>
    <dsp:sp modelId="{802517F4-0F71-4F3B-98BA-CE05D4456FB7}">
      <dsp:nvSpPr>
        <dsp:cNvPr id="0" name=""/>
        <dsp:cNvSpPr/>
      </dsp:nvSpPr>
      <dsp:spPr>
        <a:xfrm>
          <a:off x="1633639" y="2056374"/>
          <a:ext cx="9257289" cy="1682488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Any article/documentation you actually read</a:t>
          </a:r>
        </a:p>
      </dsp:txBody>
      <dsp:txXfrm>
        <a:off x="1682917" y="2105652"/>
        <a:ext cx="6431476" cy="1583932"/>
      </dsp:txXfrm>
    </dsp:sp>
    <dsp:sp modelId="{A25A6F17-EBAC-436A-9FF0-66F53A523F4F}">
      <dsp:nvSpPr>
        <dsp:cNvPr id="0" name=""/>
        <dsp:cNvSpPr/>
      </dsp:nvSpPr>
      <dsp:spPr>
        <a:xfrm>
          <a:off x="8163672" y="1322622"/>
          <a:ext cx="1093617" cy="10936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09736" y="1322622"/>
        <a:ext cx="601489" cy="8229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6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1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29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2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5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5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7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0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7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6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9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52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70B9C-3C66-A000-2403-4655955DAC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18045-8C9A-8D81-F6F8-B14E797A1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>
            <a:normAutofit/>
          </a:bodyPr>
          <a:lstStyle/>
          <a:p>
            <a:r>
              <a:rPr lang="en-US" sz="3600" dirty="0"/>
              <a:t>Hierarchical Data Model: Structure, Advantages, and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575D8-AABE-161D-9C3C-3C5BFA7EC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795932"/>
            <a:ext cx="3816351" cy="941832"/>
          </a:xfrm>
        </p:spPr>
        <p:txBody>
          <a:bodyPr>
            <a:noAutofit/>
          </a:bodyPr>
          <a:lstStyle/>
          <a:p>
            <a:r>
              <a:rPr lang="en-US" sz="2000" dirty="0"/>
              <a:t>Bharani. R.P</a:t>
            </a:r>
          </a:p>
          <a:p>
            <a:r>
              <a:rPr lang="en-US" sz="2000" dirty="0"/>
              <a:t>1925L260003</a:t>
            </a:r>
          </a:p>
          <a:p>
            <a:r>
              <a:rPr lang="en-US" sz="2000" dirty="0"/>
              <a:t>Date:16/10/2026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812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3A35D-2FCB-90C5-5774-BBBE5C29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What is a Data Model?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0A263C-5FB1-6297-27E0-3BF9528E1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390063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73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AB7F-61F3-7CA0-0C20-2C05442B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Idea: Tree Structure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B232593-CE59-E248-1BBD-561E0613C4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79" y="2606040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18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FD1E-A5FA-AA48-E82F-2E3235FD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Rule: Parent-Child Relationships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D365D69-432F-5B9B-652E-9AF2C80355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84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6A9211-DE39-E701-D63C-A651D44DE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433" y="1843791"/>
            <a:ext cx="10463134" cy="46937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DB3619-A0D0-1D89-4CE7-89BEA7223CF6}"/>
              </a:ext>
            </a:extLst>
          </p:cNvPr>
          <p:cNvSpPr txBox="1"/>
          <p:nvPr/>
        </p:nvSpPr>
        <p:spPr>
          <a:xfrm>
            <a:off x="864433" y="284813"/>
            <a:ext cx="4621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Diagram </a:t>
            </a:r>
          </a:p>
        </p:txBody>
      </p:sp>
    </p:spTree>
    <p:extLst>
      <p:ext uri="{BB962C8B-B14F-4D97-AF65-F5344CB8AC3E}">
        <p14:creationId xmlns:p14="http://schemas.microsoft.com/office/powerpoint/2010/main" val="131213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CBCC-3938-AA4C-744A-DEC4CD7D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Data is Accessed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E5F899-8191-7BF0-A39C-29856F8AC6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103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77089-DC8B-F2F3-1266-5DE7AAC0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Advantages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1962970-06EF-0D2B-3A2F-034E92AB7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797632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876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AD56-8BBD-6B8E-C213-80B6C8D7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4268D07-002F-A8E7-D1C3-D69E242C1C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9737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15D3C-BDD8-FEC9-961A-3C8D50CA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Summary / Comparison Table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D7CF6B-1790-FFA7-7001-3AC777AE2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539500"/>
              </p:ext>
            </p:extLst>
          </p:nvPr>
        </p:nvGraphicFramePr>
        <p:xfrm>
          <a:off x="914400" y="2617136"/>
          <a:ext cx="10363199" cy="3671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4350">
                  <a:extLst>
                    <a:ext uri="{9D8B030D-6E8A-4147-A177-3AD203B41FA5}">
                      <a16:colId xmlns:a16="http://schemas.microsoft.com/office/drawing/2014/main" val="3719890488"/>
                    </a:ext>
                  </a:extLst>
                </a:gridCol>
                <a:gridCol w="6468849">
                  <a:extLst>
                    <a:ext uri="{9D8B030D-6E8A-4147-A177-3AD203B41FA5}">
                      <a16:colId xmlns:a16="http://schemas.microsoft.com/office/drawing/2014/main" val="2269431106"/>
                    </a:ext>
                  </a:extLst>
                </a:gridCol>
              </a:tblGrid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Feature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Hierarchical Model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1344606312"/>
                  </a:ext>
                </a:extLst>
              </a:tr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Structure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Tree (parent-child)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3818249556"/>
                  </a:ext>
                </a:extLst>
              </a:tr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Relationship type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One-to-many only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2539884796"/>
                  </a:ext>
                </a:extLst>
              </a:tr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Access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Top-down, level by level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3335839133"/>
                  </a:ext>
                </a:extLst>
              </a:tr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Strength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Simple, fast for naturally hierarchical data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3927994458"/>
                  </a:ext>
                </a:extLst>
              </a:tr>
              <a:tr h="477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Weakness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Poor at many-to-many, data redundancy, rigid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759283885"/>
                  </a:ext>
                </a:extLst>
              </a:tr>
              <a:tr h="8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Used today?</a:t>
                      </a:r>
                    </a:p>
                  </a:txBody>
                  <a:tcPr marL="108616" marR="108616" marT="54308" marB="54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Mostly replaced by relational/network models, but still seen in XML, file systems, DNS</a:t>
                      </a:r>
                    </a:p>
                  </a:txBody>
                  <a:tcPr marL="108616" marR="108616" marT="54308" marB="54308" anchor="ctr"/>
                </a:tc>
                <a:extLst>
                  <a:ext uri="{0D108BD9-81ED-4DB2-BD59-A6C34878D82A}">
                    <a16:rowId xmlns:a16="http://schemas.microsoft.com/office/drawing/2014/main" val="66763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4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452EE-2BA1-4D24-A667-620B1A4C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7DE266-F401-08F9-071E-13FB280F9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5694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825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AEBF3-212A-0BFD-9D2E-5FD53A87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006C4FD6-8C22-A476-175B-4E035E453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6210" y="409300"/>
            <a:ext cx="3899580" cy="38995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16145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407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Hierarchical Data Model: Structure, Advantages, and Limitations</vt:lpstr>
      <vt:lpstr>What is a Data Model?</vt:lpstr>
      <vt:lpstr>Core Idea: Tree Structure</vt:lpstr>
      <vt:lpstr>Key Rule: Parent-Child Relationships</vt:lpstr>
      <vt:lpstr>PowerPoint Presentation</vt:lpstr>
      <vt:lpstr>How Data is Accessed</vt:lpstr>
      <vt:lpstr>Advantages</vt:lpstr>
      <vt:lpstr>Limitations</vt:lpstr>
      <vt:lpstr>Summary / Comparison Table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Bharani RP</dc:creator>
  <cp:lastModifiedBy>Bharani RP</cp:lastModifiedBy>
  <cp:revision>1</cp:revision>
  <dcterms:created xsi:type="dcterms:W3CDTF">2026-10-18T06:15:49Z</dcterms:created>
  <dcterms:modified xsi:type="dcterms:W3CDTF">2026-10-18T06:43:08Z</dcterms:modified>
</cp:coreProperties>
</file>